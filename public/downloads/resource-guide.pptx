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Girls Build Bots — Resource Guide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troop leaders and robotics teams running badge workshops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Official Girl Scout Resources (start here)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Volunteer Toolkit (VTK)</a:t>
            </a:r>
            <a:r>
              <a:rPr/>
              <a:t> — my.girlscouts.org → Volunteer Toolkit. The official, free source for all badge step requirements, meeting agendas, and materials lists. </a:t>
            </a:r>
            <a:r>
              <a:rPr b="1"/>
              <a:t>Always verify workshop activities against the VTK before awarding badges.</a:t>
            </a:r>
          </a:p>
          <a:p>
            <a:pPr lvl="0"/>
            <a:r>
              <a:rPr b="1"/>
              <a:t>Girl Scout Shop</a:t>
            </a:r>
            <a:r>
              <a:rPr/>
              <a:t> — girlscoutshop.com. Purchase physical badges and the Robotics badge requirement pamphlets for each level.</a:t>
            </a:r>
          </a:p>
          <a:p>
            <a:pPr lvl="0"/>
            <a:r>
              <a:rPr b="1"/>
              <a:t>Girl Scout Activity Zone</a:t>
            </a:r>
            <a:r>
              <a:rPr/>
              <a:t> — girlscouts.org/en/activities-for-girls. Free adapted single-step activities you can preview publicly.</a:t>
            </a:r>
          </a:p>
          <a:p>
            <a:pPr lvl="0"/>
            <a:r>
              <a:rPr b="1"/>
              <a:t>Girl Scouts of Greater Atlanta</a:t>
            </a:r>
            <a:r>
              <a:rPr/>
              <a:t> — girlscoutsatl.org. Local council programming, STEM events, and Gold Award resources.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Free Programming Platforms (no accounts required to start)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MakeCode Arcade</a:t>
            </a:r>
            <a:r>
              <a:rPr/>
              <a:t> — arcade.makecode.com. Block-based game programming in the browser; the primary platform in this curriculum. Works on any laptop, tablet, or Chromebook. Also has a full curriculum section for educators.</a:t>
            </a:r>
          </a:p>
          <a:p>
            <a:pPr lvl="0"/>
            <a:r>
              <a:rPr b="1"/>
              <a:t>Scratch</a:t>
            </a:r>
            <a:r>
              <a:rPr/>
              <a:t> — scratch.mit.edu. MIT’s free block-based programming community; great follow-on for Juniors.</a:t>
            </a:r>
          </a:p>
          <a:p>
            <a:pPr lvl="0"/>
            <a:r>
              <a:rPr b="1"/>
              <a:t>ScratchJr</a:t>
            </a:r>
            <a:r>
              <a:rPr/>
              <a:t> — scratchjr.org. Tablet app for younger Brownies who aren’t reading fluently yet.</a:t>
            </a:r>
          </a:p>
          <a:p>
            <a:pPr lvl="0"/>
            <a:r>
              <a:rPr b="1"/>
              <a:t>Code.org</a:t>
            </a:r>
            <a:r>
              <a:rPr/>
              <a:t> — code.org. Free structured courses and Hour of Code activities for all ages; teacher dashboards available.</a:t>
            </a:r>
          </a:p>
          <a:p>
            <a:pPr lvl="0"/>
            <a:r>
              <a:rPr b="1"/>
              <a:t>micro:bit</a:t>
            </a:r>
            <a:r>
              <a:rPr/>
              <a:t> — microbit.org. Browser simulator is free; physical boards (~$20) bridge from screen coding to real hardware.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Hardware &amp; Robot Kits (optional — by budget)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29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MakeCode Arcade / Scratch simulators, unplugged activities, craft prototypes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~$20–30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micro:bit board; Code &amp; Go Robot Mouse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~$60–100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Bee-Bot, Sphero Indi/Mini, micro:bit + servo kits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LEGO SPIKE / Mindstorms-class kits, VEX IQ, mBot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19500"/>
            <a:ext cx="8229600" cy="8382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Tip for robotics teams:</a:t>
            </a:r>
            <a:r>
              <a:rPr/>
              <a:t> your existing FRC/FTC robot is the best demo hardware you own — no purchase needed.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&amp; Engineering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Tinkercad</a:t>
            </a:r>
            <a:r>
              <a:rPr/>
              <a:t> — tinkercad.com. Free browser CAD; also has a circuits simulator. Class management for group accounts.</a:t>
            </a:r>
          </a:p>
          <a:p>
            <a:pPr lvl="0"/>
            <a:r>
              <a:rPr b="1"/>
              <a:t>NASA STEM Engagement</a:t>
            </a:r>
            <a:r>
              <a:rPr/>
              <a:t> — nasa.gov/stem. Free robotics and rover activities, plus Mars rover media that captivates every age group.</a:t>
            </a:r>
          </a:p>
          <a:p>
            <a:pPr lvl="0"/>
            <a:r>
              <a:rPr b="1"/>
              <a:t>NASA Space Place</a:t>
            </a:r>
            <a:r>
              <a:rPr/>
              <a:t> — spaceplace.nasa.gov. Younger-audience explainers on space robots.</a:t>
            </a:r>
          </a:p>
          <a:p>
            <a:pPr lvl="0"/>
            <a:r>
              <a:rPr b="1"/>
              <a:t>Instructables</a:t>
            </a:r>
            <a:r>
              <a:rPr/>
              <a:t> — instructables.com. Community build guides; screen projects for age-appropriateness first.</a:t>
            </a:r>
          </a:p>
          <a:p>
            <a:pPr lvl="0"/>
            <a:r>
              <a:rPr b="1"/>
              <a:t>e-NABLE</a:t>
            </a:r>
            <a:r>
              <a:rPr/>
              <a:t> — enablingthefuture.org. Volunteer network 3D-printing prosthetic hands — a powerful real-world example for the Cadette assistive-design challenge.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Pathways &amp; Programs to Recommend to Scouts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FIRST</a:t>
            </a:r>
            <a:r>
              <a:rPr/>
              <a:t> — firstinspires.org. FIRST LEGO League (ages 9–14), FIRST Tech Challenge (12–18), FIRST Robotics Competition (14–18). Use the “team finder” to locate local teams.</a:t>
            </a:r>
          </a:p>
          <a:p>
            <a:pPr lvl="0"/>
            <a:r>
              <a:rPr b="1"/>
              <a:t>Girls Who Code</a:t>
            </a:r>
            <a:r>
              <a:rPr/>
              <a:t> — girlswhocode.com. Free clubs (grades 3–12) and free summer immersion programs.</a:t>
            </a:r>
          </a:p>
          <a:p>
            <a:pPr lvl="0"/>
            <a:r>
              <a:rPr b="1"/>
              <a:t>Technovation Girls</a:t>
            </a:r>
            <a:r>
              <a:rPr/>
              <a:t> — technovation.org. Global competition where girls build apps solving community problems.</a:t>
            </a:r>
          </a:p>
          <a:p>
            <a:pPr lvl="0"/>
            <a:r>
              <a:rPr b="1"/>
              <a:t>EngineerGirl</a:t>
            </a:r>
            <a:r>
              <a:rPr/>
              <a:t> — engineergirl.org. National Academy of Engineering site with role-model profiles, essay contests, and Q&amp;A with real engineers.</a:t>
            </a:r>
          </a:p>
          <a:p>
            <a:pPr lvl="0"/>
            <a:r>
              <a:rPr b="1"/>
              <a:t>NCWIT Aspirations in Computing</a:t>
            </a:r>
            <a:r>
              <a:rPr/>
              <a:t> — aspirations.org. Award program for high-school women in computing (relevant for your mentors, too!).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&amp; Background for Leaders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Girl Scout Research Institute</a:t>
            </a:r>
            <a:r>
              <a:rPr/>
              <a:t> — girlscouts.org/en/footer/research. Studies on girls in STEM — useful statistics for grant applications, presentations, and Gold Award “national/global link” write-ups.</a:t>
            </a:r>
          </a:p>
          <a:p>
            <a:pPr lvl="0"/>
            <a:r>
              <a:rPr b="1"/>
              <a:t>NGCP (National Girls Collaborative Project)</a:t>
            </a:r>
            <a:r>
              <a:rPr/>
              <a:t> — ngcproject.org. Statistics on the STEM gender gap and a directory of girl-serving STEM programs.</a:t>
            </a:r>
          </a:p>
          <a:p>
            <a:pPr lvl="0"/>
            <a:r>
              <a:rPr b="1"/>
              <a:t>FIRST Impact Research</a:t>
            </a:r>
            <a:r>
              <a:rPr/>
              <a:t> — firstinspires.org/about/impact. Longitudinal data showing outcomes for FIRST participants, especially girls.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Your Own Workshop — Quick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6+ weeks out:</a:t>
            </a:r>
            <a:r>
              <a:rPr/>
              <a:t> contact troop leaders; confirm date, level(s), and headcount; leaders review VTK requirements</a:t>
            </a:r>
          </a:p>
          <a:p>
            <a:pPr lvl="0" indent="-342900" marL="342900">
              <a:buAutoNum type="arabicPeriod"/>
            </a:pPr>
            <a:r>
              <a:rPr b="1"/>
              <a:t>4 weeks out:</a:t>
            </a:r>
            <a:r>
              <a:rPr/>
              <a:t> recruit mentors (target 1:3–4 for Brownies, 1:4–5 for Juniors, 1:5–6 for Cadettes); reserve space with WiFi</a:t>
            </a:r>
          </a:p>
          <a:p>
            <a:pPr lvl="0" indent="-342900" marL="342900">
              <a:buAutoNum type="arabicPeriod"/>
            </a:pPr>
            <a:r>
              <a:rPr b="1"/>
              <a:t>2 weeks out:</a:t>
            </a:r>
            <a:r>
              <a:rPr/>
              <a:t> run a mentor training session using the mentor guides in each curriculum; test all laptops/tablets on the venue WiFi</a:t>
            </a:r>
          </a:p>
          <a:p>
            <a:pPr lvl="0" indent="-342900" marL="342900">
              <a:buAutoNum type="arabicPeriod"/>
            </a:pPr>
            <a:r>
              <a:rPr b="1"/>
              <a:t>1 week out:</a:t>
            </a:r>
            <a:r>
              <a:rPr/>
              <a:t> print materials (arrow cards, design sheets, checklists, surveys); confirm badge purchase with troop leaders</a:t>
            </a:r>
          </a:p>
          <a:p>
            <a:pPr lvl="0" indent="-342900" marL="342900">
              <a:buAutoNum type="arabicPeriod"/>
            </a:pPr>
            <a:r>
              <a:rPr b="1"/>
              <a:t>Day of:</a:t>
            </a:r>
            <a:r>
              <a:rPr/>
              <a:t> pre-surveys at check-in; follow the module schedules; post-surveys before pickup</a:t>
            </a:r>
          </a:p>
          <a:p>
            <a:pPr lvl="0" indent="-342900" marL="342900">
              <a:buAutoNum type="arabicPeriod"/>
            </a:pPr>
            <a:r>
              <a:rPr b="1"/>
              <a:t>After:</a:t>
            </a:r>
            <a:r>
              <a:rPr/>
              <a:t> tally survey results, send thank-yous, share the curriculum links, and log everything (hours, headcounts, badges earned)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Compiled for the “Girls Build Bots” Girl Scout Gold Award project. All external resources are free unless noted; verify links and age-appropriateness before your event. Official badge requirements © Girl Scouts of the USA, available in the Volunteer Toolkit.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2026-08-11T04:44:05Z</dcterms:created>
  <dcterms:modified xsi:type="dcterms:W3CDTF">2026-08-11T04:44:05Z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