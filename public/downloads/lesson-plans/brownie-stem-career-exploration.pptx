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Brownie STEM Career Exploration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Brownies (Grades 2–3) · </a:t>
            </a:r>
            <a:r>
              <a:rPr b="1"/>
              <a:t>Badge:</a:t>
            </a:r>
            <a:r>
              <a:rPr/>
              <a:t> STEM Career Exploration </a:t>
            </a:r>
            <a:r>
              <a:rPr b="1"/>
              <a:t>Format:</a:t>
            </a:r>
            <a:r>
              <a:rPr/>
              <a:t> One 75–90 minute session · </a:t>
            </a:r>
            <a:r>
              <a:rPr b="1"/>
              <a:t>Ratio:</a:t>
            </a:r>
            <a:r>
              <a:rPr/>
              <a:t> 1 mentor per 3–4 Scouts </a:t>
            </a:r>
            <a:r>
              <a:rPr b="1"/>
              <a:t>Who runs it:</a:t>
            </a:r>
            <a:r>
              <a:rPr/>
              <a:t> A FIRST robotics team (FLL / FTC / FRC) leading the session. This badge is the one where </a:t>
            </a:r>
            <a:r>
              <a:rPr b="1"/>
              <a:t>the team itself is the main resource</a:t>
            </a:r>
            <a:r>
              <a:rPr/>
              <a:t> — every mentor is a living example of a STEM path in progress. A robot demo is a wonderful bonus but not required.</a:t>
            </a:r>
          </a:p>
          <a:p>
            <a:pPr lvl="0" indent="0" marL="1270000">
              <a:buNone/>
            </a:pPr>
            <a:r>
              <a:rPr sz="2000" b="1"/>
              <a:t>Troop Leaders:</a:t>
            </a:r>
            <a:r>
              <a:rPr sz="2000"/>
              <a:t> This curriculum is designed to </a:t>
            </a:r>
            <a:r>
              <a:rPr sz="2000" i="1"/>
              <a:t>align with</a:t>
            </a:r>
            <a:r>
              <a:rPr sz="2000"/>
              <a:t> the Brownie STEM Career Exploration badge.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big idea</a:t>
            </a:r>
          </a:p>
        </p:txBody>
      </p:sp>
      <p:sp>
        <p:nvSpPr>
          <p:cNvPr id="3" name="Content Placeholder 2"/>
          <p:cNvSpPr>
            <a:spLocks noGrp="1"/>
          </p:cNvSpPr>
          <p:nvPr>
            <p:ph idx="1"/>
          </p:nvPr>
        </p:nvSpPr>
        <p:spPr/>
        <p:txBody>
          <a:bodyPr/>
          <a:lstStyle/>
          <a:p>
            <a:pPr lvl="0" indent="0" marL="0">
              <a:buNone/>
            </a:pPr>
            <a:r>
              <a:rPr/>
              <a:t>STEM careers aren’t far away and grown-up — they grow out of things Brownies </a:t>
            </a:r>
            <a:r>
              <a:rPr i="1"/>
              <a:t>already love</a:t>
            </a:r>
            <a:r>
              <a:rPr/>
              <a:t>. A Scout who likes animals could be a wildlife vet or a marine biologist; one who likes building could be an engineer; one who likes drawing could design video games. The goal: connect what she loves to a real STEM job, and meet people (the team!) on that path.</a:t>
            </a:r>
          </a:p>
          <a:p>
            <a:pPr lvl="0" indent="0" marL="0">
              <a:buNone/>
            </a:pPr>
            <a:r>
              <a:rPr b="1"/>
              <a:t>Vocabulary:</a:t>
            </a:r>
            <a:r>
              <a:rPr/>
              <a:t> STEM (science, technology, engineering, math), career, engineer, scientist, designer, mentor.</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STEM Career Exploration (75–90 minutes)</a:t>
            </a:r>
          </a:p>
        </p:txBody>
      </p:sp>
      <p:sp>
        <p:nvSpPr>
          <p:cNvPr id="3" name="Content Placeholder 2"/>
          <p:cNvSpPr>
            <a:spLocks noGrp="1"/>
          </p:cNvSpPr>
          <p:nvPr>
            <p:ph idx="1"/>
          </p:nvPr>
        </p:nvSpPr>
        <p:spPr/>
        <p:txBody>
          <a:bodyPr/>
          <a:lstStyle/>
          <a:p>
            <a:pPr lvl="0" indent="0" marL="0">
              <a:spcBef>
                <a:spcPts val="3000"/>
              </a:spcBef>
              <a:buNone/>
            </a:pPr>
            <a:r>
              <a:rPr b="1"/>
              <a:t>Materials</a:t>
            </a:r>
          </a:p>
          <a:p>
            <a:pPr lvl="0"/>
            <a:r>
              <a:rPr/>
              <a:t>“STEM career” picture cards (vet, video-game designer, roller-coaster engineer, astronaut, robot builder, marine biologist, architect)</a:t>
            </a:r>
          </a:p>
          <a:p>
            <a:pPr lvl="0"/>
            <a:r>
              <a:rPr/>
              <a:t>“What I love” sheet: things I like to do → a STEM job that uses it</a:t>
            </a:r>
          </a:p>
          <a:p>
            <a:pPr lvl="0"/>
            <a:r>
              <a:rPr/>
              <a:t>The robotics team members themselves, ready to share short “my STEM story” moments</a:t>
            </a:r>
          </a:p>
          <a:p>
            <a:pPr lvl="0" indent="0" marL="0">
              <a:spcBef>
                <a:spcPts val="3000"/>
              </a:spcBef>
              <a:buNone/>
            </a:pPr>
            <a:r>
              <a:rPr b="1"/>
              <a:t>Activity 1 — What Do You Love? (10 min)</a:t>
            </a:r>
          </a:p>
          <a:p>
            <a:pPr lvl="0" indent="0" marL="0">
              <a:buNone/>
            </a:pPr>
            <a:r>
              <a:rPr/>
              <a:t>Go around: everyone names one thing she loves to do (animals, drawing, building, space, puzzles). Write them up. No wrong answers — this is the raw material for the whole session.</a:t>
            </a:r>
          </a:p>
          <a:p>
            <a:pPr lvl="0" indent="0" marL="0">
              <a:spcBef>
                <a:spcPts val="3000"/>
              </a:spcBef>
              <a:buNone/>
            </a:pPr>
            <a:r>
              <a:rPr b="1"/>
              <a:t>Activity 2 — Meet Real STEM People: The Team Panel (25 min)</a:t>
            </a:r>
          </a:p>
          <a:p>
            <a:pPr lvl="0" indent="0" marL="0">
              <a:buNone/>
            </a:pPr>
            <a:r>
              <a:rPr/>
              <a:t>The heart of the badge. 3–4 team members each give a </a:t>
            </a:r>
            <a:r>
              <a:rPr b="1"/>
              <a:t>2-minute “my STEM story”</a:t>
            </a:r>
            <a:r>
              <a:rPr/>
              <a:t>: what they build/do, how they got started, and one thing they love about it. Keep it warm and real (including the hard-but-fun parts). Then Scouts ask questions. Seeing near-peer role models — especially young women in robotics — is the single most powerful part of this badge.</a:t>
            </a:r>
          </a:p>
          <a:p>
            <a:pPr lvl="0" indent="0" marL="0">
              <a:spcBef>
                <a:spcPts val="3000"/>
              </a:spcBef>
              <a:buNone/>
            </a:pPr>
            <a:r>
              <a:rPr b="1"/>
              <a:t>Activity 3 — Match Your Love to a Career (25 min)</a:t>
            </a:r>
          </a:p>
          <a:p>
            <a:pPr lvl="0" indent="0" marL="0">
              <a:buNone/>
            </a:pPr>
            <a:r>
              <a:rPr/>
              <a:t>Using the picture cards, Scouts match things they love to STEM jobs that use them (love animals → marine biologist who studies dolphins with underwater robots; love games → game designer). Each Scout fills her “What I love → STEM job” sheet for at least one match. Mentors help make surprising connections.</a:t>
            </a:r>
          </a:p>
          <a:p>
            <a:pPr lvl="0" indent="0" marL="0">
              <a:spcBef>
                <a:spcPts val="3000"/>
              </a:spcBef>
              <a:buNone/>
            </a:pPr>
            <a:r>
              <a:rPr b="1"/>
              <a:t>Activity 4 — My STEM Dream + Wrap (15 min)</a:t>
            </a:r>
          </a:p>
          <a:p>
            <a:pPr lvl="0" indent="0" marL="0">
              <a:buNone/>
            </a:pPr>
            <a:r>
              <a:rPr/>
              <a:t>Each Scout shares one STEM job she’d like to explore and </a:t>
            </a:r>
            <a:r>
              <a:rPr b="1"/>
              <a:t>one small step</a:t>
            </a:r>
            <a:r>
              <a:rPr/>
              <a:t> she could take (read a book about it, try a coding game, ask a question). Optional: a quick robot demo to end on a high note. Closing: everyone says “I could be a ___.”</a:t>
            </a:r>
          </a:p>
          <a:p>
            <a:pPr lvl="0" indent="0" marL="1270000">
              <a:buNone/>
            </a:pPr>
            <a:r>
              <a:rPr sz="2000" b="1"/>
              <a:t>Robot moment (optional):</a:t>
            </a:r>
            <a:r>
              <a:rPr sz="2000"/>
              <a:t> If you brought a robot, let a few Scouts drive it or trigger it — nothing makes “I could do this” feel real like touching the machine.</a:t>
            </a:r>
          </a:p>
          <a:p>
            <a:pPr lvl="0" indent="0" marL="0">
              <a:spcBef>
                <a:spcPts val="3000"/>
              </a:spcBef>
              <a:buNone/>
            </a:pPr>
            <a:r>
              <a:rPr b="1"/>
              <a:t>Completion Checklist — STEM Career Exploration</a:t>
            </a:r>
          </a:p>
          <a:p>
            <a:pPr lvl="0" indent="0" marL="0">
              <a:buNone/>
            </a:pPr>
            <a:r>
              <a:rPr/>
              <a:t>By the end of the session, to earn the badge, each Scout can: - [ ] Name what STEM stands for (science, technology, engineering, math) - [ ] Describe a STEM career after meeting someone on that path - [ ] Connect something she loves to a real STEM job - [ ] Name one STEM career she’d like to explore and one step to take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You are the curriculum.</a:t>
            </a:r>
            <a:r>
              <a:rPr/>
              <a:t> Your stories matter more than any worksheet. Prepare your 2-minute “my STEM story” in advance — beginning, a struggle, why you love it.</a:t>
            </a:r>
          </a:p>
          <a:p>
            <a:pPr lvl="0"/>
            <a:r>
              <a:rPr b="1"/>
              <a:t>Near-peer is the magic.</a:t>
            </a:r>
            <a:r>
              <a:rPr/>
              <a:t> You’re only a few years older than these Scouts. Say “I started right where you are.” It lands harder than any adult could.</a:t>
            </a:r>
          </a:p>
          <a:p>
            <a:pPr lvl="0"/>
            <a:r>
              <a:rPr b="1"/>
              <a:t>Center the girls on your team.</a:t>
            </a:r>
            <a:r>
              <a:rPr/>
              <a:t> If you have young women in technical roles, make sure Scouts hear from them — representation is the point.</a:t>
            </a:r>
          </a:p>
          <a:p>
            <a:pPr lvl="0"/>
            <a:r>
              <a:rPr b="1"/>
              <a:t>Connect, don’t correct.</a:t>
            </a:r>
            <a:r>
              <a:rPr/>
              <a:t> When a Scout says she loves something “non-STEM,” find the STEM in it (loves cooking → food scientist; loves fashion → materials engineer).</a:t>
            </a:r>
          </a:p>
          <a:p>
            <a:pPr lvl="0"/>
            <a:r>
              <a:rPr b="1"/>
              <a:t>End with a step.</a:t>
            </a:r>
            <a:r>
              <a:rPr/>
              <a:t> Every Scout should leave with one concrete, doable next action.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Brownie STEM Career Exploration badge;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2026-08-11T04:43:53Z</dcterms:created>
  <dcterms:modified xsi:type="dcterms:W3CDTF">2026-08-11T04:43:53Z</dcterms:modified>
</cp:coreProperties>
</file>

<file path=docProps/custom.xml><?xml version="1.0" encoding="utf-8"?>
<Properties xmlns="http://schemas.openxmlformats.org/officeDocument/2006/custom-properties" xmlns:vt="http://schemas.openxmlformats.org/officeDocument/2006/docPropsVTypes"/>
</file>