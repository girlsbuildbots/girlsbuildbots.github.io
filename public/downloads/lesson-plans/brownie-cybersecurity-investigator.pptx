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6.xml" ContentType="application/vnd.openxmlformats-officedocument.presentationml.slideLayout+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10" Type="http://schemas.openxmlformats.org/officeDocument/2006/relationships/viewProps" Target="viewProps.xml" /><Relationship Id="rId9" Type="http://schemas.openxmlformats.org/officeDocument/2006/relationships/presProps" Target="presProps.xml" /><Relationship Id="rId1" Type="http://schemas.openxmlformats.org/officeDocument/2006/relationships/slideMaster" Target="slideMasters/slideMaster1.xml" /><Relationship Id="rId12" Type="http://schemas.openxmlformats.org/officeDocument/2006/relationships/tableStyles" Target="tableStyles.xml" /><Relationship Id="rId1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Girls Build Bots — Brownie Cybersecurity Investigator</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Badge-aligned workshop guide for robotics-team-led outreach</a:t>
            </a:r>
          </a:p>
          <a:p>
            <a:pPr lvl="0" indent="0" marL="0">
              <a:buNone/>
            </a:pPr>
            <a:r>
              <a:rPr b="1"/>
              <a:t>Level:</a:t>
            </a:r>
            <a:r>
              <a:rPr/>
              <a:t> Brownies (Grades 2–3) · </a:t>
            </a:r>
            <a:r>
              <a:rPr b="1"/>
              <a:t>Badge:</a:t>
            </a:r>
            <a:r>
              <a:rPr/>
              <a:t> Cybersecurity — Cybersecurity Investigator </a:t>
            </a:r>
            <a:r>
              <a:rPr b="1"/>
              <a:t>Series:</a:t>
            </a:r>
            <a:r>
              <a:rPr/>
              <a:t> Cybersecurity (Basics · Safeguards · Investigator) </a:t>
            </a:r>
            <a:r>
              <a:rPr b="1"/>
              <a:t>Format:</a:t>
            </a:r>
            <a:r>
              <a:rPr/>
              <a:t> One 75–90 minute session · </a:t>
            </a:r>
            <a:r>
              <a:rPr b="1"/>
              <a:t>Ratio:</a:t>
            </a:r>
            <a:r>
              <a:rPr/>
              <a:t> 1 mentor per 3–4 Scouts </a:t>
            </a:r>
            <a:r>
              <a:rPr b="1"/>
              <a:t>Who runs it:</a:t>
            </a:r>
            <a:r>
              <a:rPr/>
              <a:t> A FIRST robotics team (FLL / FTC / FRC) leading the session. A physical robot is a nice bonus but </a:t>
            </a:r>
            <a:r>
              <a:rPr b="1"/>
              <a:t>not required</a:t>
            </a:r>
            <a:r>
              <a:rPr/>
              <a:t> — every activity runs on simple printed props the team or troop can provide.</a:t>
            </a:r>
          </a:p>
          <a:p>
            <a:pPr lvl="0" indent="0" marL="1270000">
              <a:buNone/>
            </a:pPr>
            <a:r>
              <a:rPr sz="2000" b="1"/>
              <a:t>Troop Leaders:</a:t>
            </a:r>
            <a:r>
              <a:rPr sz="2000"/>
              <a:t> This curriculum is designed to </a:t>
            </a:r>
            <a:r>
              <a:rPr sz="2000" i="1"/>
              <a:t>align with</a:t>
            </a:r>
            <a:r>
              <a:rPr sz="2000"/>
              <a:t> the Brownie Cybersecurity badge series. Official badge requirements are in your Girl Scout Volunteer Toolkit (VTK). Verify completed activities against the official steps before awarding badges. Badges are purchased through your council shop.</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through-line: being safe and smart online</a:t>
            </a:r>
          </a:p>
        </p:txBody>
      </p:sp>
      <p:sp>
        <p:nvSpPr>
          <p:cNvPr id="3" name="Content Placeholder 2"/>
          <p:cNvSpPr>
            <a:spLocks noGrp="1"/>
          </p:cNvSpPr>
          <p:nvPr>
            <p:ph idx="1"/>
          </p:nvPr>
        </p:nvSpPr>
        <p:spPr/>
        <p:txBody>
          <a:bodyPr/>
          <a:lstStyle/>
          <a:p>
            <a:pPr lvl="0" indent="0" marL="0">
              <a:buNone/>
            </a:pPr>
            <a:r>
              <a:rPr/>
              <a:t>The Cybersecurity series builds digital street-smarts: understand how information travels (Basics), protect it (Safeguards), and </a:t>
            </a:r>
            <a:r>
              <a:rPr b="1"/>
              <a:t>think critically to solve problems</a:t>
            </a:r>
            <a:r>
              <a:rPr/>
              <a:t> (Investigator). Keep it concrete and friendly — never scary.</a:t>
            </a:r>
          </a:p>
          <a:p>
            <a:pPr lvl="0" indent="0" marL="0">
              <a:buNone/>
            </a:pPr>
            <a:r>
              <a:rPr b="1"/>
              <a:t>Vocabulary:</a:t>
            </a:r>
            <a:r>
              <a:rPr/>
              <a:t> investigate, clue, evidence, real vs. fake, trustworthy, think critically.</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Cybersecurity Investigator (75–90 minutes)</a:t>
            </a:r>
          </a:p>
        </p:txBody>
      </p:sp>
      <p:sp>
        <p:nvSpPr>
          <p:cNvPr id="3" name="Content Placeholder 2"/>
          <p:cNvSpPr>
            <a:spLocks noGrp="1"/>
          </p:cNvSpPr>
          <p:nvPr>
            <p:ph idx="1"/>
          </p:nvPr>
        </p:nvSpPr>
        <p:spPr/>
        <p:txBody>
          <a:bodyPr/>
          <a:lstStyle/>
          <a:p>
            <a:pPr lvl="0" indent="0" marL="0">
              <a:buNone/>
            </a:pPr>
            <a:r>
              <a:rPr b="1"/>
              <a:t>Badge theme:</a:t>
            </a:r>
            <a:r>
              <a:rPr/>
              <a:t> Playing detective — spotting clues, thinking critically about what we see online, and investigating like cyber sleuths.</a:t>
            </a:r>
          </a:p>
          <a:p>
            <a:pPr lvl="0" indent="0" marL="0">
              <a:spcBef>
                <a:spcPts val="3000"/>
              </a:spcBef>
              <a:buNone/>
            </a:pPr>
            <a:r>
              <a:rPr b="1"/>
              <a:t>Materials</a:t>
            </a:r>
          </a:p>
          <a:p>
            <a:pPr lvl="0"/>
            <a:r>
              <a:rPr/>
              <a:t>Printed “message” cards: some real-looking and safe, some obvious fakes (“You won a FREE puppy, click here!!!”)</a:t>
            </a:r>
          </a:p>
          <a:p>
            <a:pPr lvl="0"/>
            <a:r>
              <a:rPr/>
              <a:t>A simple “spot the difference” pair (a real-looking logo vs. a slightly-off fake)</a:t>
            </a:r>
          </a:p>
          <a:p>
            <a:pPr lvl="0"/>
            <a:r>
              <a:rPr/>
              <a:t>Magnifying glasses (optional but Brownies love them), detective “badge” stickers</a:t>
            </a:r>
          </a:p>
          <a:p>
            <a:pPr lvl="0" indent="0" marL="0">
              <a:spcBef>
                <a:spcPts val="3000"/>
              </a:spcBef>
              <a:buNone/>
            </a:pPr>
            <a:r>
              <a:rPr b="1"/>
              <a:t>Activity 1 — Detectives Look for Clues (15 min)</a:t>
            </a:r>
          </a:p>
          <a:p>
            <a:pPr lvl="0" indent="0" marL="0">
              <a:buNone/>
            </a:pPr>
            <a:r>
              <a:rPr/>
              <a:t>Cyber investigators are detectives — they look closely and ask questions before they trust something. Warm up with a quick “spot the difference” between a real thing and a fake, so Scouts practice noticing small details.</a:t>
            </a:r>
          </a:p>
          <a:p>
            <a:pPr lvl="0" indent="0" marL="0">
              <a:spcBef>
                <a:spcPts val="3000"/>
              </a:spcBef>
              <a:buNone/>
            </a:pPr>
            <a:r>
              <a:rPr b="1"/>
              <a:t>Activity 2 — Real or Fake? (25 min)</a:t>
            </a:r>
          </a:p>
          <a:p>
            <a:pPr lvl="0" indent="0" marL="0">
              <a:buNone/>
            </a:pPr>
            <a:r>
              <a:rPr/>
              <a:t>Show message cards one at a time. For each, Scouts hunt for </a:t>
            </a:r>
            <a:r>
              <a:rPr b="1"/>
              <a:t>clues</a:t>
            </a:r>
            <a:r>
              <a:rPr/>
              <a:t>: Too-good-to-be-true prizes? Lots of !!!? Spelling mistakes? Asking for personal information? They vote real or fake and explain their clue. </a:t>
            </a:r>
            <a:r>
              <a:rPr b="1"/>
              <a:t>The skill: don’t trust automatically — investigate first.</a:t>
            </a:r>
          </a:p>
          <a:p>
            <a:pPr lvl="0" indent="0" marL="0">
              <a:spcBef>
                <a:spcPts val="3000"/>
              </a:spcBef>
              <a:buNone/>
            </a:pPr>
            <a:r>
              <a:rPr b="1"/>
              <a:t>Activity 3 — Crack the Case (25 min)</a:t>
            </a:r>
          </a:p>
          <a:p>
            <a:pPr lvl="0" indent="0" marL="0">
              <a:buNone/>
            </a:pPr>
            <a:r>
              <a:rPr/>
              <a:t>A friendly staged mystery: “Someone got a message saying they won a prize — should they click it?” In small teams, Scouts examine 2–3 clue cards (the message, a fake sender, a suspicious link drawn on paper) and decide together: safe or trick? Then present their verdict and the clue that gave it away.</a:t>
            </a:r>
          </a:p>
          <a:p>
            <a:pPr lvl="0" indent="0" marL="0">
              <a:spcBef>
                <a:spcPts val="3000"/>
              </a:spcBef>
              <a:buNone/>
            </a:pPr>
            <a:r>
              <a:rPr b="1"/>
              <a:t>Activity 4 — Investigator Oath (5 min) + Wrap (5 min)</a:t>
            </a:r>
          </a:p>
          <a:p>
            <a:pPr lvl="0" indent="0" marL="0">
              <a:buNone/>
            </a:pPr>
            <a:r>
              <a:rPr/>
              <a:t>Each Scout finishes: “Before I trust something online, I will ___.” (Look for clues / ask a grown-up / check if it’s too good to be true.) Hand out detective badge stickers.</a:t>
            </a:r>
          </a:p>
          <a:p>
            <a:pPr lvl="0" indent="0" marL="1270000">
              <a:buNone/>
            </a:pPr>
            <a:r>
              <a:rPr sz="2000" b="1"/>
              <a:t>Robot moment (optional):</a:t>
            </a:r>
            <a:r>
              <a:rPr sz="2000"/>
              <a:t> Share for 60 seconds how the team investigates when the robot misbehaves — looking for clues in the code to find the real problem, just like a cyber detective.</a:t>
            </a:r>
          </a:p>
          <a:p>
            <a:pPr lvl="0" indent="0" marL="0">
              <a:spcBef>
                <a:spcPts val="3000"/>
              </a:spcBef>
              <a:buNone/>
            </a:pPr>
            <a:r>
              <a:rPr b="1"/>
              <a:t>Completion Checklist — Cybersecurity Investigator</a:t>
            </a:r>
          </a:p>
          <a:p>
            <a:pPr lvl="0" indent="0" marL="0">
              <a:buNone/>
            </a:pPr>
            <a:r>
              <a:rPr/>
              <a:t>By the end of the session, to earn the badge, each Scout can: - [ ] Explain that a cyber investigator looks for clues before trusting something - [ ] Spot clues that a message might be fake (too-good-to-be-true, misspellings, asking for private info) - [ ] Work with a team to decide if something is safe or a trick - [ ] Name one thing she’ll do before trusting something online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Mentor Guide (for the robotics team)</a:t>
            </a:r>
          </a:p>
        </p:txBody>
      </p:sp>
      <p:sp>
        <p:nvSpPr>
          <p:cNvPr id="3" name="Content Placeholder 2"/>
          <p:cNvSpPr>
            <a:spLocks noGrp="1"/>
          </p:cNvSpPr>
          <p:nvPr>
            <p:ph idx="1"/>
          </p:nvPr>
        </p:nvSpPr>
        <p:spPr/>
        <p:txBody>
          <a:bodyPr/>
          <a:lstStyle/>
          <a:p>
            <a:pPr lvl="0"/>
            <a:r>
              <a:rPr b="1"/>
              <a:t>You don’t need a robot for this.</a:t>
            </a:r>
            <a:r>
              <a:rPr/>
              <a:t> Printed clue cards are the whole activity. The “robot moment” box is optional.</a:t>
            </a:r>
          </a:p>
          <a:p>
            <a:pPr lvl="0"/>
            <a:r>
              <a:rPr b="1"/>
              <a:t>Make the fakes obvious for Brownies.</a:t>
            </a:r>
            <a:r>
              <a:rPr/>
              <a:t> Exaggerated fakes (ALL CAPS, “FREE!!!”, puppy prizes) are easiest to learn from — subtlety comes at older levels.</a:t>
            </a:r>
          </a:p>
          <a:p>
            <a:pPr lvl="0"/>
            <a:r>
              <a:rPr b="1"/>
              <a:t>Praise the reasoning, not just the answer.</a:t>
            </a:r>
            <a:r>
              <a:rPr/>
              <a:t> “What clue told you?” matters more than right/wrong.</a:t>
            </a:r>
          </a:p>
          <a:p>
            <a:pPr lvl="0"/>
            <a:r>
              <a:rPr b="1"/>
              <a:t>Keep it playful.</a:t>
            </a:r>
            <a:r>
              <a:rPr/>
              <a:t> Detective framing, magnifiers, stickers — it should feel like a game, not a warning.</a:t>
            </a:r>
          </a:p>
          <a:p>
            <a:pPr lvl="0"/>
            <a:r>
              <a:rPr b="1"/>
              <a:t>Watch the clock.</a:t>
            </a:r>
            <a:r>
              <a:rPr/>
              <a:t> Brownies fade after ~25 minutes; keep segments moving.</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Share Your Impact — required for teams and troops using this curriculum</a:t>
            </a:r>
          </a:p>
        </p:txBody>
      </p:sp>
      <p:sp>
        <p:nvSpPr>
          <p:cNvPr id="3" name="Content Placeholder 2"/>
          <p:cNvSpPr>
            <a:spLocks noGrp="1"/>
          </p:cNvSpPr>
          <p:nvPr>
            <p:ph idx="1"/>
          </p:nvPr>
        </p:nvSpPr>
        <p:spPr/>
        <p:txBody>
          <a:bodyPr/>
          <a:lstStyle/>
          <a:p>
            <a:pPr lvl="0" indent="0" marL="0">
              <a:buNone/>
            </a:pPr>
            <a:r>
              <a:rPr/>
              <a:t>If you use Girls Build Bots materials to run a workshop, please complete all three:</a:t>
            </a:r>
          </a:p>
          <a:p>
            <a:pPr lvl="0" indent="-342900" marL="342900">
              <a:buAutoNum type="arabicPeriod"/>
            </a:pPr>
            <a:r>
              <a:rPr b="1"/>
              <a:t>Credit us.</a:t>
            </a:r>
            <a:r>
              <a:rPr/>
              <a:t> Tell your Scouts and audience that the curriculum comes from Girls Build Bots, and credit “Girls Build Bots” anywhere you share about the event.</a:t>
            </a:r>
          </a:p>
          <a:p>
            <a:pPr lvl="0" indent="-342900" marL="342900">
              <a:buAutoNum type="arabicPeriod"/>
            </a:pPr>
            <a:r>
              <a:rPr b="1"/>
              <a:t>Tag us.</a:t>
            </a:r>
            <a:r>
              <a:rPr/>
              <a:t> Post about your workshop and tag </a:t>
            </a:r>
            <a:r>
              <a:rPr b="1"/>
              <a:t>@girlsbuildbots</a:t>
            </a:r>
            <a:r>
              <a:rPr/>
              <a:t> on Instagram.</a:t>
            </a:r>
          </a:p>
          <a:p>
            <a:pPr lvl="0" indent="-342900" marL="342900">
              <a:buAutoNum type="arabicPeriod"/>
            </a:pPr>
            <a:r>
              <a:rPr b="1"/>
              <a:t>Report your results.</a:t>
            </a:r>
            <a:r>
              <a:rPr/>
              <a:t> Email </a:t>
            </a:r>
            <a:r>
              <a:rPr b="1"/>
              <a:t>girlsbuildbots@gmail.com</a:t>
            </a:r>
            <a:r>
              <a:rPr/>
              <a:t> with: the number of girls who participated, the number of badges earned, and a sentence or two of feedback on how it went.</a:t>
            </a:r>
          </a:p>
          <a:p>
            <a:pPr lvl="0" indent="0" marL="0">
              <a:buNone/>
            </a:pPr>
            <a:r>
              <a:rPr/>
              <a:t>This is how the program grows and how we measure our impact — your report becomes part of the Girls Build Bots story and helps the next troop and team.</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Created for the “Girls Build Bots” Girl Scout Gold Award project. Original curriculum aligned to the Brownie Cybersecurity badge series; official requirements © Girl Scouts of the USA, available to troop leaders in the Volunteer Toolkit.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3864"/>
      </a:dk2>
      <a:lt2>
        <a:srgbClr val="EEECE1"/>
      </a:lt2>
      <a:accent1>
        <a:srgbClr val="1F3864"/>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3864"/>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2026-08-11T04:43:52Z</dcterms:created>
  <dcterms:modified xsi:type="dcterms:W3CDTF">2026-08-11T04:43:52Z</dcterms:modified>
</cp:coreProperties>
</file>

<file path=docProps/custom.xml><?xml version="1.0" encoding="utf-8"?>
<Properties xmlns="http://schemas.openxmlformats.org/officeDocument/2006/custom-properties" xmlns:vt="http://schemas.openxmlformats.org/officeDocument/2006/docPropsVTypes"/>
</file>