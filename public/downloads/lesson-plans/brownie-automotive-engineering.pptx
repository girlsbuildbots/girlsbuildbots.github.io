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Brownie Automotive Engineering</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Brownies (Grades 2–3) · </a:t>
            </a:r>
            <a:r>
              <a:rPr b="1"/>
              <a:t>Badge:</a:t>
            </a:r>
            <a:r>
              <a:rPr/>
              <a:t> Automotive Engineering — Automotive Engineering </a:t>
            </a:r>
            <a:r>
              <a:rPr b="1"/>
              <a:t>Series:</a:t>
            </a:r>
            <a:r>
              <a:rPr/>
              <a:t> Automotive Engineering (Design · Engineering · Manufacturing) </a:t>
            </a:r>
            <a:r>
              <a:rPr b="1"/>
              <a:t>Format:</a:t>
            </a:r>
            <a:r>
              <a:rPr/>
              <a:t> One 75–90 minute session · </a:t>
            </a:r>
            <a:r>
              <a:rPr b="1"/>
              <a:t>Ratio:</a:t>
            </a:r>
            <a:r>
              <a:rPr/>
              <a:t> 1 mentor per 3–4 Scouts </a:t>
            </a:r>
            <a:r>
              <a:rPr b="1"/>
              <a:t>Who runs it:</a:t>
            </a:r>
            <a:r>
              <a:rPr/>
              <a:t> A FIRST robotics team (FLL / FTC / FRC) leading the session. A physical robot is a nice bonus but </a:t>
            </a:r>
            <a:r>
              <a:rPr b="1"/>
              <a:t>not required</a:t>
            </a:r>
            <a:r>
              <a:rPr/>
              <a:t> — every activity runs on craft and cardboard supplies the team or troop can provide.</a:t>
            </a:r>
          </a:p>
          <a:p>
            <a:pPr lvl="0" indent="0" marL="1270000">
              <a:buNone/>
            </a:pPr>
            <a:r>
              <a:rPr sz="2000" b="1"/>
              <a:t>Troop Leaders:</a:t>
            </a:r>
            <a:r>
              <a:rPr sz="2000"/>
              <a:t> This curriculum is designed to </a:t>
            </a:r>
            <a:r>
              <a:rPr sz="2000" i="1"/>
              <a:t>align with</a:t>
            </a:r>
            <a:r>
              <a:rPr sz="2000"/>
              <a:t> the Brownie Automotive Engineering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designing for a driver</a:t>
            </a:r>
          </a:p>
        </p:txBody>
      </p:sp>
      <p:sp>
        <p:nvSpPr>
          <p:cNvPr id="3" name="Content Placeholder 2"/>
          <p:cNvSpPr>
            <a:spLocks noGrp="1"/>
          </p:cNvSpPr>
          <p:nvPr>
            <p:ph idx="1"/>
          </p:nvPr>
        </p:nvSpPr>
        <p:spPr/>
        <p:txBody>
          <a:bodyPr/>
          <a:lstStyle/>
          <a:p>
            <a:pPr lvl="0" indent="0" marL="0">
              <a:buNone/>
            </a:pPr>
            <a:r>
              <a:rPr/>
              <a:t>The Automotive series follows a car from idea to road: design it, </a:t>
            </a:r>
            <a:r>
              <a:rPr b="1"/>
              <a:t>engineer</a:t>
            </a:r>
            <a:r>
              <a:rPr/>
              <a:t> it to move, then manufacture it. Across all three, Brownies learn that engineers build for a </a:t>
            </a:r>
            <a:r>
              <a:rPr i="1"/>
              <a:t>person</a:t>
            </a:r>
            <a:r>
              <a:rPr/>
              <a:t> — and that engineers </a:t>
            </a:r>
            <a:r>
              <a:rPr b="1"/>
              <a:t>test and improve</a:t>
            </a:r>
            <a:r>
              <a:rPr/>
              <a:t> their work.</a:t>
            </a:r>
          </a:p>
          <a:p>
            <a:pPr lvl="0" indent="0" marL="0">
              <a:buNone/>
            </a:pPr>
            <a:r>
              <a:rPr b="1"/>
              <a:t>Vocabulary:</a:t>
            </a:r>
            <a:r>
              <a:rPr/>
              <a:t> engineer, force, ramp, test, improve, friction (grippy vs. slippery), fair test.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Automotive Engineering (75–90 minutes)</a:t>
            </a:r>
          </a:p>
        </p:txBody>
      </p:sp>
      <p:sp>
        <p:nvSpPr>
          <p:cNvPr id="3" name="Content Placeholder 2"/>
          <p:cNvSpPr>
            <a:spLocks noGrp="1"/>
          </p:cNvSpPr>
          <p:nvPr>
            <p:ph idx="1"/>
          </p:nvPr>
        </p:nvSpPr>
        <p:spPr/>
        <p:txBody>
          <a:bodyPr/>
          <a:lstStyle/>
          <a:p>
            <a:pPr lvl="0" indent="0" marL="0">
              <a:buNone/>
            </a:pPr>
            <a:r>
              <a:rPr b="1"/>
              <a:t>Badge theme:</a:t>
            </a:r>
            <a:r>
              <a:rPr/>
              <a:t> Engineering a vehicle that actually moves — building it, testing it on a track, and improving the design based on what happens.</a:t>
            </a:r>
          </a:p>
          <a:p>
            <a:pPr lvl="0" indent="0" marL="0">
              <a:spcBef>
                <a:spcPts val="3000"/>
              </a:spcBef>
              <a:buNone/>
            </a:pPr>
            <a:r>
              <a:rPr b="1"/>
              <a:t>Materials</a:t>
            </a:r>
          </a:p>
          <a:p>
            <a:pPr lvl="0"/>
            <a:r>
              <a:rPr/>
              <a:t>Cardboard, bottle caps or plastic lids (wheels), skewers or straws (axles), tape</a:t>
            </a:r>
          </a:p>
          <a:p>
            <a:pPr lvl="0"/>
            <a:r>
              <a:rPr/>
              <a:t>A ramp (a board or stiff cardboard propped on books/chairs)</a:t>
            </a:r>
          </a:p>
          <a:p>
            <a:pPr lvl="0"/>
            <a:r>
              <a:rPr/>
              <a:t>Tape measure or a floor marked with tape lines; sticky notes for recording distances</a:t>
            </a:r>
          </a:p>
          <a:p>
            <a:pPr lvl="0" indent="0" marL="0">
              <a:spcBef>
                <a:spcPts val="3000"/>
              </a:spcBef>
              <a:buNone/>
            </a:pPr>
            <a:r>
              <a:rPr b="1"/>
              <a:t>Activity 1 — What Makes a Car Go? (15 min)</a:t>
            </a:r>
          </a:p>
          <a:p>
            <a:pPr lvl="0" indent="0" marL="0">
              <a:buNone/>
            </a:pPr>
            <a:r>
              <a:rPr/>
              <a:t>No engine today — we use a ramp and </a:t>
            </a:r>
            <a:r>
              <a:rPr b="1"/>
              <a:t>gravity</a:t>
            </a:r>
            <a:r>
              <a:rPr/>
              <a:t>. Talk about </a:t>
            </a:r>
            <a:r>
              <a:rPr b="1"/>
              <a:t>force</a:t>
            </a:r>
            <a:r>
              <a:rPr/>
              <a:t> (a push or pull) and </a:t>
            </a:r>
            <a:r>
              <a:rPr b="1"/>
              <a:t>friction</a:t>
            </a:r>
            <a:r>
              <a:rPr/>
              <a:t> (grippy slows you down, slippery lets you roll). Quick prediction: will a heavier car or a lighter car roll farther? Everyone guesses — engineers predict before they test.</a:t>
            </a:r>
          </a:p>
          <a:p>
            <a:pPr lvl="0" indent="0" marL="0">
              <a:spcBef>
                <a:spcPts val="3000"/>
              </a:spcBef>
              <a:buNone/>
            </a:pPr>
            <a:r>
              <a:rPr b="1"/>
              <a:t>Activity 2 — Build Your Roller (25 min)</a:t>
            </a:r>
          </a:p>
          <a:p>
            <a:pPr lvl="0" indent="0" marL="0">
              <a:buNone/>
            </a:pPr>
            <a:r>
              <a:rPr/>
              <a:t>Scouts build a simple cardboard car with axles and wheels that spin freely. Mentors help troubleshoot wobbly wheels (a real engineering problem!). Goal: it rolls straight down the ramp.</a:t>
            </a:r>
          </a:p>
          <a:p>
            <a:pPr lvl="0" indent="0" marL="0">
              <a:spcBef>
                <a:spcPts val="3000"/>
              </a:spcBef>
              <a:buNone/>
            </a:pPr>
            <a:r>
              <a:rPr b="1"/>
              <a:t>Activity 3 — Test, Change, Test Again (30 min)</a:t>
            </a:r>
          </a:p>
          <a:p>
            <a:pPr lvl="0" indent="0" marL="0">
              <a:buNone/>
            </a:pPr>
            <a:r>
              <a:rPr/>
              <a:t>The engineering heart of the session. Each car rolls down the ramp; Scouts measure how far it goes and record it. Then change </a:t>
            </a:r>
            <a:r>
              <a:rPr b="1"/>
              <a:t>one thing</a:t>
            </a:r>
            <a:r>
              <a:rPr/>
              <a:t> — add weight, swap wheels, straighten the axle — and test again. Did it help? </a:t>
            </a:r>
            <a:r>
              <a:rPr b="1"/>
              <a:t>The rule: change only one thing at a time</a:t>
            </a:r>
            <a:r>
              <a:rPr/>
              <a:t>, or you won’t know what worked. That’s a </a:t>
            </a:r>
            <a:r>
              <a:rPr i="1"/>
              <a:t>fair test</a:t>
            </a:r>
            <a:r>
              <a:rPr/>
              <a:t>.</a:t>
            </a:r>
          </a:p>
          <a:p>
            <a:pPr lvl="0" indent="0" marL="0">
              <a:spcBef>
                <a:spcPts val="3000"/>
              </a:spcBef>
              <a:buNone/>
            </a:pPr>
            <a:r>
              <a:rPr b="1"/>
              <a:t>Activity 4 — Best Improvement Wins (5 min) + Wrap (5 min)</a:t>
            </a:r>
          </a:p>
          <a:p>
            <a:pPr lvl="0" indent="0" marL="0">
              <a:buNone/>
            </a:pPr>
            <a:r>
              <a:rPr/>
              <a:t>Not “whose car is fastest,” but “who made the biggest </a:t>
            </a:r>
            <a:r>
              <a:rPr i="1"/>
              <a:t>improvement</a:t>
            </a:r>
            <a:r>
              <a:rPr/>
              <a:t>.” Each Scout shares one change she made and what happened. Celebrate the engineering, not just the winner.</a:t>
            </a:r>
          </a:p>
          <a:p>
            <a:pPr lvl="0" indent="0" marL="1270000">
              <a:buNone/>
            </a:pPr>
            <a:r>
              <a:rPr sz="2000" b="1"/>
              <a:t>Robot moment (optional):</a:t>
            </a:r>
            <a:r>
              <a:rPr sz="2000"/>
              <a:t> Share for 60 seconds how the team tests the robot over and over, changing one thing at a time, to make it work better — the same fair-test habit.</a:t>
            </a:r>
          </a:p>
          <a:p>
            <a:pPr lvl="0" indent="0" marL="0">
              <a:spcBef>
                <a:spcPts val="3000"/>
              </a:spcBef>
              <a:buNone/>
            </a:pPr>
            <a:r>
              <a:rPr b="1"/>
              <a:t>Completion Checklist — Automotive Engineering</a:t>
            </a:r>
          </a:p>
          <a:p>
            <a:pPr lvl="0" indent="0" marL="0">
              <a:buNone/>
            </a:pPr>
            <a:r>
              <a:rPr/>
              <a:t>By the end of the session, to earn the badge, each Scout can: - [ ] Explain that a force (like gravity on a ramp) makes a car move - [ ] Build a car with wheels that roll - [ ] Test her car and measure how it did - [ ] Change one thing, test again, and say whether it improved</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You don’t need a robot for this.</a:t>
            </a:r>
            <a:r>
              <a:rPr/>
              <a:t> A ramp and cardboard cars are the whole show. The “robot moment” box is optional.</a:t>
            </a:r>
          </a:p>
          <a:p>
            <a:pPr lvl="0"/>
            <a:r>
              <a:rPr b="1"/>
              <a:t>One variable at a time.</a:t>
            </a:r>
            <a:r>
              <a:rPr/>
              <a:t> This is </a:t>
            </a:r>
            <a:r>
              <a:rPr i="1"/>
              <a:t>the</a:t>
            </a:r>
            <a:r>
              <a:rPr/>
              <a:t> lesson — enforce it kindly. Changing two things at once is the teachable “mistake.”</a:t>
            </a:r>
          </a:p>
          <a:p>
            <a:pPr lvl="0"/>
            <a:r>
              <a:rPr b="1"/>
              <a:t>Predict before every test.</a:t>
            </a:r>
            <a:r>
              <a:rPr/>
              <a:t> Ask “what do you think will happen?” each round.</a:t>
            </a:r>
          </a:p>
          <a:p>
            <a:pPr lvl="0"/>
            <a:r>
              <a:rPr b="1"/>
              <a:t>Reframe winning.</a:t>
            </a:r>
            <a:r>
              <a:rPr/>
              <a:t> Celebrate the biggest improvement, not the fastest car, so every Scout can succeed.</a:t>
            </a:r>
          </a:p>
          <a:p>
            <a:pPr lvl="0"/>
            <a:r>
              <a:rPr b="1"/>
              <a:t>Wobbly wheels are a gift.</a:t>
            </a:r>
            <a:r>
              <a:rPr/>
              <a:t> Troubleshooting them together is real engineering — don’t just fix it for her.</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Brownie Automotive Engineering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2026-08-11T04:43:50Z</dcterms:created>
  <dcterms:modified xsi:type="dcterms:W3CDTF">2026-08-11T04:43:50Z</dcterms:modified>
</cp:coreProperties>
</file>

<file path=docProps/custom.xml><?xml version="1.0" encoding="utf-8"?>
<Properties xmlns="http://schemas.openxmlformats.org/officeDocument/2006/custom-properties" xmlns:vt="http://schemas.openxmlformats.org/officeDocument/2006/docPropsVTypes"/>
</file>