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Brownie Automotive Design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Brownies (Grades 2–3) · </a:t>
            </a:r>
            <a:r>
              <a:rPr b="1"/>
              <a:t>Badge:</a:t>
            </a:r>
            <a:r>
              <a:rPr/>
              <a:t> Automotive Engineering — Automotive Design </a:t>
            </a:r>
            <a:r>
              <a:rPr b="1"/>
              <a:t>Series:</a:t>
            </a:r>
            <a:r>
              <a:rPr/>
              <a:t> Automotive Engineering (Design · Engineering · Manufacturing) </a:t>
            </a:r>
            <a:r>
              <a:rPr b="1"/>
              <a:t>Format:</a:t>
            </a:r>
            <a:r>
              <a:rPr/>
              <a:t> One 75–90 minute session · </a:t>
            </a:r>
            <a:r>
              <a:rPr b="1"/>
              <a:t>Ratio:</a:t>
            </a:r>
            <a:r>
              <a:rPr/>
              <a:t> 1 mentor per 3–4 Scouts </a:t>
            </a:r>
            <a:r>
              <a:rPr b="1"/>
              <a:t>Who runs it:</a:t>
            </a:r>
            <a:r>
              <a:rPr/>
              <a:t> A FIRST robotics team (FLL / FTC / FRC) leading the session. A physical robot is a nice bonus but </a:t>
            </a:r>
            <a:r>
              <a:rPr b="1"/>
              <a:t>not required</a:t>
            </a:r>
            <a:r>
              <a:rPr/>
              <a:t> — every activity runs on craft and cardboard supplies the team or troop can provide.</a:t>
            </a:r>
          </a:p>
          <a:p>
            <a:pPr lvl="0" indent="0" marL="1270000">
              <a:buNone/>
            </a:pPr>
            <a:r>
              <a:rPr sz="2000" b="1"/>
              <a:t>Troop Leaders:</a:t>
            </a:r>
            <a:r>
              <a:rPr sz="2000"/>
              <a:t> This curriculum is designed to </a:t>
            </a:r>
            <a:r>
              <a:rPr sz="2000" i="1"/>
              <a:t>align with</a:t>
            </a:r>
            <a:r>
              <a:rPr sz="2000"/>
              <a:t> the Brownie Automotive Engineering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designing for a driver</a:t>
            </a:r>
          </a:p>
        </p:txBody>
      </p:sp>
      <p:sp>
        <p:nvSpPr>
          <p:cNvPr id="3" name="Content Placeholder 2"/>
          <p:cNvSpPr>
            <a:spLocks noGrp="1"/>
          </p:cNvSpPr>
          <p:nvPr>
            <p:ph idx="1"/>
          </p:nvPr>
        </p:nvSpPr>
        <p:spPr/>
        <p:txBody>
          <a:bodyPr/>
          <a:lstStyle/>
          <a:p>
            <a:pPr lvl="0" indent="0" marL="0">
              <a:buNone/>
            </a:pPr>
            <a:r>
              <a:rPr/>
              <a:t>The Automotive series follows a car from idea to road: </a:t>
            </a:r>
            <a:r>
              <a:rPr b="1"/>
              <a:t>Design</a:t>
            </a:r>
            <a:r>
              <a:rPr/>
              <a:t> it, </a:t>
            </a:r>
            <a:r>
              <a:rPr b="1"/>
              <a:t>engineer</a:t>
            </a:r>
            <a:r>
              <a:rPr/>
              <a:t> it to move, then </a:t>
            </a:r>
            <a:r>
              <a:rPr b="1"/>
              <a:t>manufacture</a:t>
            </a:r>
            <a:r>
              <a:rPr/>
              <a:t> it. Across all three, Brownies learn that engineers build for a </a:t>
            </a:r>
            <a:r>
              <a:rPr i="1"/>
              <a:t>person</a:t>
            </a:r>
            <a:r>
              <a:rPr/>
              <a:t> — a driver with real needs. Mentors: keep asking “who is this car for?”</a:t>
            </a:r>
          </a:p>
          <a:p>
            <a:pPr lvl="0" indent="0" marL="0">
              <a:buNone/>
            </a:pPr>
            <a:r>
              <a:rPr b="1"/>
              <a:t>Vocabulary:</a:t>
            </a:r>
            <a:r>
              <a:rPr/>
              <a:t> design, vehicle, wheel, chassis (the frame), passenger, sketch, model.</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Automotive Design (75–90 minutes)</a:t>
            </a:r>
          </a:p>
        </p:txBody>
      </p:sp>
      <p:sp>
        <p:nvSpPr>
          <p:cNvPr id="3" name="Content Placeholder 2"/>
          <p:cNvSpPr>
            <a:spLocks noGrp="1"/>
          </p:cNvSpPr>
          <p:nvPr>
            <p:ph idx="1"/>
          </p:nvPr>
        </p:nvSpPr>
        <p:spPr/>
        <p:txBody>
          <a:bodyPr/>
          <a:lstStyle/>
          <a:p>
            <a:pPr lvl="0" indent="0" marL="0">
              <a:buNone/>
            </a:pPr>
            <a:r>
              <a:rPr b="1"/>
              <a:t>Badge theme:</a:t>
            </a:r>
            <a:r>
              <a:rPr/>
              <a:t> Thinking like a car designer — who the vehicle is for, what it needs to do, and how it should look — then sketching and modeling one.</a:t>
            </a:r>
          </a:p>
          <a:p>
            <a:pPr lvl="0" indent="0" marL="0">
              <a:spcBef>
                <a:spcPts val="3000"/>
              </a:spcBef>
              <a:buNone/>
            </a:pPr>
            <a:r>
              <a:rPr b="1"/>
              <a:t>Materials</a:t>
            </a:r>
          </a:p>
          <a:p>
            <a:pPr lvl="0"/>
            <a:r>
              <a:rPr/>
              <a:t>Cardboard, construction paper, bottle caps (wheels), craft sticks, tape, markers</a:t>
            </a:r>
          </a:p>
          <a:p>
            <a:pPr lvl="0"/>
            <a:r>
              <a:rPr/>
              <a:t>“Customer cards” (a farmer, a dog-walker, a pizza deliverer, a family with three kids)</a:t>
            </a:r>
          </a:p>
          <a:p>
            <a:pPr lvl="0"/>
            <a:r>
              <a:rPr/>
              <a:t>Design sheet: My driver / What they need / My car’s special feature</a:t>
            </a:r>
          </a:p>
          <a:p>
            <a:pPr lvl="0" indent="0" marL="0">
              <a:spcBef>
                <a:spcPts val="3000"/>
              </a:spcBef>
              <a:buNone/>
            </a:pPr>
            <a:r>
              <a:rPr b="1"/>
              <a:t>Activity 1 — Cars Have a Job and a Driver (15 min)</a:t>
            </a:r>
          </a:p>
          <a:p>
            <a:pPr lvl="0" indent="0" marL="0">
              <a:buNone/>
            </a:pPr>
            <a:r>
              <a:rPr/>
              <a:t>Look at different vehicles (fire truck, ice-cream truck, race car, minivan). For each: </a:t>
            </a:r>
            <a:r>
              <a:rPr b="1"/>
              <a:t>who drives it, and what does it need to do that job?</a:t>
            </a:r>
            <a:r>
              <a:rPr/>
              <a:t> A fire truck needs a big ladder; an ice-cream truck needs a freezer. Cars are designed </a:t>
            </a:r>
            <a:r>
              <a:rPr i="1"/>
              <a:t>around</a:t>
            </a:r>
            <a:r>
              <a:rPr/>
              <a:t> their driver’s needs.</a:t>
            </a:r>
          </a:p>
          <a:p>
            <a:pPr lvl="0" indent="0" marL="0">
              <a:spcBef>
                <a:spcPts val="3000"/>
              </a:spcBef>
              <a:buNone/>
            </a:pPr>
            <a:r>
              <a:rPr b="1"/>
              <a:t>Activity 2 — Meet Your Customer (15 min)</a:t>
            </a:r>
          </a:p>
          <a:p>
            <a:pPr lvl="0" indent="0" marL="0">
              <a:buNone/>
            </a:pPr>
            <a:r>
              <a:rPr/>
              <a:t>Each Scout (or pair) draws a </a:t>
            </a:r>
            <a:r>
              <a:rPr b="1"/>
              <a:t>customer card</a:t>
            </a:r>
            <a:r>
              <a:rPr/>
              <a:t>. They fill the design sheet for that specific driver: who they are, what they need, and one special feature their car will have. Designing for a real customer — not just “a cool car” — is the heart of the badge.</a:t>
            </a:r>
          </a:p>
          <a:p>
            <a:pPr lvl="0" indent="0" marL="0">
              <a:spcBef>
                <a:spcPts val="3000"/>
              </a:spcBef>
              <a:buNone/>
            </a:pPr>
            <a:r>
              <a:rPr b="1"/>
              <a:t>Activity 3 — Sketch, Then Build a Concept Model (40 min)</a:t>
            </a:r>
          </a:p>
          <a:p>
            <a:pPr lvl="0" indent="0" marL="0">
              <a:buNone/>
            </a:pPr>
            <a:r>
              <a:rPr/>
              <a:t>Designers sketch before they build. Scouts draw their car, then build a cardboard </a:t>
            </a:r>
            <a:r>
              <a:rPr b="1"/>
              <a:t>concept model</a:t>
            </a:r>
            <a:r>
              <a:rPr/>
              <a:t> with wheels that turn. It doesn’t have to drive — it has to show the design and its special feature for that customer.</a:t>
            </a:r>
          </a:p>
          <a:p>
            <a:pPr lvl="0" indent="0" marL="0">
              <a:spcBef>
                <a:spcPts val="3000"/>
              </a:spcBef>
              <a:buNone/>
            </a:pPr>
            <a:r>
              <a:rPr b="1"/>
              <a:t>Activity 4 — Design Show (10 min) + Wrap (5 min)</a:t>
            </a:r>
          </a:p>
          <a:p>
            <a:pPr lvl="0" indent="0" marL="0">
              <a:buNone/>
            </a:pPr>
            <a:r>
              <a:rPr/>
              <a:t>Each Scout shows her car and names the driver and the special feature in one sentence (“This is for a dog-walker, so it has a comfy pet seat!”). Gallery walk with one kind comment each.</a:t>
            </a:r>
          </a:p>
          <a:p>
            <a:pPr lvl="0" indent="0" marL="1270000">
              <a:buNone/>
            </a:pPr>
            <a:r>
              <a:rPr sz="2000" b="1"/>
              <a:t>Robot moment (optional):</a:t>
            </a:r>
            <a:r>
              <a:rPr sz="2000"/>
              <a:t> Share for 60 seconds how the team designs its robot around the year’s challenge — deciding what it needs to </a:t>
            </a:r>
            <a:r>
              <a:rPr sz="2000" i="1"/>
              <a:t>do</a:t>
            </a:r>
            <a:r>
              <a:rPr sz="2000"/>
              <a:t> before deciding what it looks like, just like designing a car for a driver.</a:t>
            </a:r>
          </a:p>
          <a:p>
            <a:pPr lvl="0" indent="0" marL="0">
              <a:spcBef>
                <a:spcPts val="3000"/>
              </a:spcBef>
              <a:buNone/>
            </a:pPr>
            <a:r>
              <a:rPr b="1"/>
              <a:t>Completion Checklist — Automotive Design</a:t>
            </a:r>
          </a:p>
          <a:p>
            <a:pPr lvl="0" indent="0" marL="0">
              <a:buNone/>
            </a:pPr>
            <a:r>
              <a:rPr/>
              <a:t>By the end of the session, to earn the badge, each Scout can: - [ ] Explain that vehicles are designed around a driver’s needs - [ ] Describe a specific customer and what their car needs to do - [ ] Sketch a car design before building it - [ ] Build a concept model with a special feature and explain who it’s for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It runs on cardboard and craft supplies. The “robot moment” box is a 60-second add-on if you brought one.</a:t>
            </a:r>
          </a:p>
          <a:p>
            <a:pPr lvl="0"/>
            <a:r>
              <a:rPr b="1"/>
              <a:t>Push the “who.”</a:t>
            </a:r>
            <a:r>
              <a:rPr/>
              <a:t> Keep steering Scouts back to their customer — the design should fit that driver.</a:t>
            </a:r>
          </a:p>
          <a:p>
            <a:pPr lvl="0"/>
            <a:r>
              <a:rPr b="1"/>
              <a:t>Sketch first, always.</a:t>
            </a:r>
            <a:r>
              <a:rPr/>
              <a:t> Gently insist on a drawing before the build; it’s a real design habit.</a:t>
            </a:r>
          </a:p>
          <a:p>
            <a:pPr lvl="0"/>
            <a:r>
              <a:rPr b="1"/>
              <a:t>Function over neatness.</a:t>
            </a:r>
            <a:r>
              <a:rPr/>
              <a:t> Praise the idea and the fit-to-customer, not how tidy the model is.</a:t>
            </a:r>
          </a:p>
          <a:p>
            <a:pPr lvl="0"/>
            <a:r>
              <a:rPr b="1"/>
              <a:t>Watch the clock.</a:t>
            </a:r>
            <a:r>
              <a:rPr/>
              <a:t> Brownies fade after ~25 minutes on one thing; keep segments moving.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Brownie Automotive Engineering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2026-08-11T04:43:49Z</dcterms:created>
  <dcterms:modified xsi:type="dcterms:W3CDTF">2026-08-11T04:43:49Z</dcterms:modified>
</cp:coreProperties>
</file>

<file path=docProps/custom.xml><?xml version="1.0" encoding="utf-8"?>
<Properties xmlns="http://schemas.openxmlformats.org/officeDocument/2006/custom-properties" xmlns:vt="http://schemas.openxmlformats.org/officeDocument/2006/docPropsVTypes"/>
</file>