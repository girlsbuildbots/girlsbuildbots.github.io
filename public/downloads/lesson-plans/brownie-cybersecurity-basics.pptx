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6.xml" ContentType="application/vnd.openxmlformats-officedocument.presentationml.slideLayout+xml"/>
  <Override PartName="/ppt/slideLayouts/slideLayout9.xml" ContentType="application/vnd.openxmlformats-officedocument.presentationml.slideLayout+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10" Type="http://schemas.openxmlformats.org/officeDocument/2006/relationships/viewProps" Target="viewProps.xml" /><Relationship Id="rId9" Type="http://schemas.openxmlformats.org/officeDocument/2006/relationships/presProps" Target="presProps.xml" /><Relationship Id="rId1" Type="http://schemas.openxmlformats.org/officeDocument/2006/relationships/slideMaster" Target="slideMasters/slideMaster1.xml" /><Relationship Id="rId12" Type="http://schemas.openxmlformats.org/officeDocument/2006/relationships/tableStyles" Target="tableStyles.xml" /><Relationship Id="rId1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Girls Build Bots — Brownie Cybersecurity Basics</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Badge-aligned workshop guide for robotics-team-led outreach</a:t>
            </a:r>
          </a:p>
          <a:p>
            <a:pPr lvl="0" indent="0" marL="0">
              <a:buNone/>
            </a:pPr>
            <a:r>
              <a:rPr b="1"/>
              <a:t>Level:</a:t>
            </a:r>
            <a:r>
              <a:rPr/>
              <a:t> Brownies (Grades 2–3) · </a:t>
            </a:r>
            <a:r>
              <a:rPr b="1"/>
              <a:t>Badge:</a:t>
            </a:r>
            <a:r>
              <a:rPr/>
              <a:t> Cybersecurity — Cybersecurity Basics </a:t>
            </a:r>
            <a:r>
              <a:rPr b="1"/>
              <a:t>Series:</a:t>
            </a:r>
            <a:r>
              <a:rPr/>
              <a:t> Cybersecurity (Basics · Safeguards · Investigator) </a:t>
            </a:r>
            <a:r>
              <a:rPr b="1"/>
              <a:t>Format:</a:t>
            </a:r>
            <a:r>
              <a:rPr/>
              <a:t> One 75–90 minute session · </a:t>
            </a:r>
            <a:r>
              <a:rPr b="1"/>
              <a:t>Ratio:</a:t>
            </a:r>
            <a:r>
              <a:rPr/>
              <a:t> 1 mentor per 3–4 Scouts </a:t>
            </a:r>
            <a:r>
              <a:rPr b="1"/>
              <a:t>Who runs it:</a:t>
            </a:r>
            <a:r>
              <a:rPr/>
              <a:t> A FIRST robotics team (FLL / FTC / FRC) leading the session. A physical robot is a nice bonus but </a:t>
            </a:r>
            <a:r>
              <a:rPr b="1"/>
              <a:t>not required</a:t>
            </a:r>
            <a:r>
              <a:rPr/>
              <a:t> — every activity runs on free browser games and simple props the team or troop can provide.</a:t>
            </a:r>
          </a:p>
          <a:p>
            <a:pPr lvl="0" indent="0" marL="1270000">
              <a:buNone/>
            </a:pPr>
            <a:r>
              <a:rPr sz="2000" b="1"/>
              <a:t>Troop Leaders:</a:t>
            </a:r>
            <a:r>
              <a:rPr sz="2000"/>
              <a:t> This curriculum is designed to </a:t>
            </a:r>
            <a:r>
              <a:rPr sz="2000" i="1"/>
              <a:t>align with</a:t>
            </a:r>
            <a:r>
              <a:rPr sz="2000"/>
              <a:t> the Brownie Cybersecurity badge series. Official badge requirements are in your Girl Scout Volunteer Toolkit (VTK). Verify completed activities against the official steps before awarding badges. Badges are purchased through your council shop.</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through-line: being safe and smart online</a:t>
            </a:r>
          </a:p>
        </p:txBody>
      </p:sp>
      <p:sp>
        <p:nvSpPr>
          <p:cNvPr id="3" name="Content Placeholder 2"/>
          <p:cNvSpPr>
            <a:spLocks noGrp="1"/>
          </p:cNvSpPr>
          <p:nvPr>
            <p:ph idx="1"/>
          </p:nvPr>
        </p:nvSpPr>
        <p:spPr/>
        <p:txBody>
          <a:bodyPr/>
          <a:lstStyle/>
          <a:p>
            <a:pPr lvl="0" indent="0" marL="0">
              <a:buNone/>
            </a:pPr>
            <a:r>
              <a:rPr/>
              <a:t>The Cybersecurity series builds digital street-smarts: understand how information travels (</a:t>
            </a:r>
            <a:r>
              <a:rPr b="1"/>
              <a:t>Basics</a:t>
            </a:r>
            <a:r>
              <a:rPr/>
              <a:t>), protect it (</a:t>
            </a:r>
            <a:r>
              <a:rPr b="1"/>
              <a:t>Safeguards</a:t>
            </a:r>
            <a:r>
              <a:rPr/>
              <a:t>), and think critically to solve problems (</a:t>
            </a:r>
            <a:r>
              <a:rPr b="1"/>
              <a:t>Investigator</a:t>
            </a:r>
            <a:r>
              <a:rPr/>
              <a:t>). For Brownies, keep it concrete and friendly — never scary.</a:t>
            </a:r>
          </a:p>
          <a:p>
            <a:pPr lvl="0" indent="0" marL="0">
              <a:buNone/>
            </a:pPr>
            <a:r>
              <a:rPr b="1"/>
              <a:t>Vocabulary:</a:t>
            </a:r>
            <a:r>
              <a:rPr/>
              <a:t> information, private, network, message, safe, personal information.</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Cybersecurity Basics (75–90 minutes)</a:t>
            </a:r>
          </a:p>
        </p:txBody>
      </p:sp>
      <p:sp>
        <p:nvSpPr>
          <p:cNvPr id="3" name="Content Placeholder 2"/>
          <p:cNvSpPr>
            <a:spLocks noGrp="1"/>
          </p:cNvSpPr>
          <p:nvPr>
            <p:ph idx="1"/>
          </p:nvPr>
        </p:nvSpPr>
        <p:spPr/>
        <p:txBody>
          <a:bodyPr/>
          <a:lstStyle/>
          <a:p>
            <a:pPr lvl="0" indent="0" marL="0">
              <a:buNone/>
            </a:pPr>
            <a:r>
              <a:rPr b="1"/>
              <a:t>Badge theme:</a:t>
            </a:r>
            <a:r>
              <a:rPr/>
              <a:t> Learning how computers and networks share information, and why protecting personal information matters online.</a:t>
            </a:r>
          </a:p>
          <a:p>
            <a:pPr lvl="0" indent="0" marL="0">
              <a:spcBef>
                <a:spcPts val="3000"/>
              </a:spcBef>
              <a:buNone/>
            </a:pPr>
            <a:r>
              <a:rPr b="1"/>
              <a:t>Materials</a:t>
            </a:r>
          </a:p>
          <a:p>
            <a:pPr lvl="0"/>
            <a:r>
              <a:rPr/>
              <a:t>Devices with </a:t>
            </a:r>
            <a:r>
              <a:rPr b="1"/>
              <a:t>Interland</a:t>
            </a:r>
            <a:r>
              <a:rPr/>
              <a:t> (Google’s </a:t>
            </a:r>
            <a:r>
              <a:rPr i="1"/>
              <a:t>Be Internet Awesome</a:t>
            </a:r>
            <a:r>
              <a:rPr/>
              <a:t>, beinternetawesome.withgoogle.com) — the “Mindful Mountain” and “Kind Kingdom” realms fit best</a:t>
            </a:r>
          </a:p>
          <a:p>
            <a:pPr lvl="0"/>
            <a:r>
              <a:rPr/>
              <a:t>Yarn or a ball to pass, for the network game</a:t>
            </a:r>
          </a:p>
          <a:p>
            <a:pPr lvl="0"/>
            <a:r>
              <a:rPr/>
              <a:t>“Private vs. OK-to-share” sorting cards (favorite color = OK; home address = private)</a:t>
            </a:r>
          </a:p>
          <a:p>
            <a:pPr lvl="0" indent="0" marL="0">
              <a:spcBef>
                <a:spcPts val="3000"/>
              </a:spcBef>
              <a:buNone/>
            </a:pPr>
            <a:r>
              <a:rPr b="1"/>
              <a:t>Activity 1 — Pass the Message (Network Game) (15 min)</a:t>
            </a:r>
          </a:p>
          <a:p>
            <a:pPr lvl="0" indent="0" marL="0">
              <a:buNone/>
            </a:pPr>
            <a:r>
              <a:rPr/>
              <a:t>Scouts stand in a circle and pass a message (“the robot is blue”) hand to hand — that’s a </a:t>
            </a:r>
            <a:r>
              <a:rPr b="1"/>
              <a:t>network</a:t>
            </a:r>
            <a:r>
              <a:rPr/>
              <a:t>, how information travels between computers. Then add a “listener” in the middle who tries to overhear. </a:t>
            </a:r>
            <a:r>
              <a:rPr b="1"/>
              <a:t>Point:</a:t>
            </a:r>
            <a:r>
              <a:rPr/>
              <a:t> messages travel through many hands, so some information we keep private.</a:t>
            </a:r>
          </a:p>
          <a:p>
            <a:pPr lvl="0" indent="0" marL="0">
              <a:spcBef>
                <a:spcPts val="3000"/>
              </a:spcBef>
              <a:buNone/>
            </a:pPr>
            <a:r>
              <a:rPr b="1"/>
              <a:t>Activity 2 — Private or Share-Able? (15 min)</a:t>
            </a:r>
          </a:p>
          <a:p>
            <a:pPr lvl="0" indent="0" marL="0">
              <a:buNone/>
            </a:pPr>
            <a:r>
              <a:rPr/>
              <a:t>Sort cards into two piles: things that are fine to share (favorite animal, your team name) vs. </a:t>
            </a:r>
            <a:r>
              <a:rPr b="1"/>
              <a:t>personal information</a:t>
            </a:r>
            <a:r>
              <a:rPr/>
              <a:t> we keep private (full name + address, phone number, passwords). Mentors guide the tricky ones. This is the core Basics idea — knowing the difference.</a:t>
            </a:r>
          </a:p>
          <a:p>
            <a:pPr lvl="0" indent="0" marL="0">
              <a:spcBef>
                <a:spcPts val="3000"/>
              </a:spcBef>
              <a:buNone/>
            </a:pPr>
            <a:r>
              <a:rPr b="1"/>
              <a:t>Activity 3 — Play Interland (35 min)</a:t>
            </a:r>
          </a:p>
          <a:p>
            <a:pPr lvl="0" indent="0" marL="0">
              <a:buNone/>
            </a:pPr>
            <a:r>
              <a:rPr/>
              <a:t>Scouts play the friendly, age-appropriate Interland game (mentor-led, one realm). It reinforces sharing wisely and being kind online, through play. Mentors circulate and connect what happens in the game back to the sorting activity.</a:t>
            </a:r>
          </a:p>
          <a:p>
            <a:pPr lvl="0" indent="0" marL="0">
              <a:spcBef>
                <a:spcPts val="3000"/>
              </a:spcBef>
              <a:buNone/>
            </a:pPr>
            <a:r>
              <a:rPr b="1"/>
              <a:t>Activity 4 — My Three Rules (5 min) + Wrap (5 min)</a:t>
            </a:r>
          </a:p>
          <a:p>
            <a:pPr lvl="0" indent="0" marL="0">
              <a:buNone/>
            </a:pPr>
            <a:r>
              <a:rPr/>
              <a:t>Each Scout names one thing she’ll keep private and one thing that’s fine to share. Closing circle: thumbs up if you can spot personal information now.</a:t>
            </a:r>
          </a:p>
          <a:p>
            <a:pPr lvl="0" indent="0" marL="1270000">
              <a:buNone/>
            </a:pPr>
            <a:r>
              <a:rPr sz="2000" b="1"/>
              <a:t>Robot moment (optional):</a:t>
            </a:r>
            <a:r>
              <a:rPr sz="2000"/>
              <a:t> Share for 60 seconds how the team keeps its robot code and passwords private so no other team can change their robot — being careful with information matters in robotics too.</a:t>
            </a:r>
          </a:p>
          <a:p>
            <a:pPr lvl="0" indent="0" marL="0">
              <a:spcBef>
                <a:spcPts val="3000"/>
              </a:spcBef>
              <a:buNone/>
            </a:pPr>
            <a:r>
              <a:rPr b="1"/>
              <a:t>Completion Checklist — Cybersecurity Basics</a:t>
            </a:r>
          </a:p>
          <a:p>
            <a:pPr lvl="0" indent="0" marL="0">
              <a:buNone/>
            </a:pPr>
            <a:r>
              <a:rPr/>
              <a:t>By the end of the session, to earn the badge, each Scout can: - [ ] Explain that a network is how information travels between computers - [ ] Tell the difference between personal information and things that are OK to share - [ ] Play through an online-safety activity and name what it taught - [ ] Name at least one piece of personal information she’ll keep private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Mentor Guide (for the robotics team)</a:t>
            </a:r>
          </a:p>
        </p:txBody>
      </p:sp>
      <p:sp>
        <p:nvSpPr>
          <p:cNvPr id="3" name="Content Placeholder 2"/>
          <p:cNvSpPr>
            <a:spLocks noGrp="1"/>
          </p:cNvSpPr>
          <p:nvPr>
            <p:ph idx="1"/>
          </p:nvPr>
        </p:nvSpPr>
        <p:spPr/>
        <p:txBody>
          <a:bodyPr/>
          <a:lstStyle/>
          <a:p>
            <a:pPr lvl="0"/>
            <a:r>
              <a:rPr b="1"/>
              <a:t>You don’t need a robot for this.</a:t>
            </a:r>
            <a:r>
              <a:rPr/>
              <a:t> Free browser games and a ball of yarn are enough. The “robot moment” box is optional.</a:t>
            </a:r>
          </a:p>
          <a:p>
            <a:pPr lvl="0"/>
            <a:r>
              <a:rPr b="1"/>
              <a:t>Keep it friendly, never scary.</a:t>
            </a:r>
            <a:r>
              <a:rPr/>
              <a:t> The goal is confidence and smart habits, not fear of the internet.</a:t>
            </a:r>
          </a:p>
          <a:p>
            <a:pPr lvl="0"/>
            <a:r>
              <a:rPr b="1"/>
              <a:t>Make “private” concrete.</a:t>
            </a:r>
            <a:r>
              <a:rPr/>
              <a:t> Use examples from their world (name of their school, home address) rather than abstract warnings.</a:t>
            </a:r>
          </a:p>
          <a:p>
            <a:pPr lvl="0"/>
            <a:r>
              <a:rPr b="1"/>
              <a:t>Model curiosity, not lecturing.</a:t>
            </a:r>
            <a:r>
              <a:rPr/>
              <a:t> Ask “would you share this? why or why not?” and let them reason.</a:t>
            </a:r>
          </a:p>
          <a:p>
            <a:pPr lvl="0"/>
            <a:r>
              <a:rPr b="1"/>
              <a:t>Watch the clock.</a:t>
            </a:r>
            <a:r>
              <a:rPr/>
              <a:t> Brownies fade after ~25 minutes; keep segments moving.</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Share Your Impact — required for teams and troops using this curriculum</a:t>
            </a:r>
          </a:p>
        </p:txBody>
      </p:sp>
      <p:sp>
        <p:nvSpPr>
          <p:cNvPr id="3" name="Content Placeholder 2"/>
          <p:cNvSpPr>
            <a:spLocks noGrp="1"/>
          </p:cNvSpPr>
          <p:nvPr>
            <p:ph idx="1"/>
          </p:nvPr>
        </p:nvSpPr>
        <p:spPr/>
        <p:txBody>
          <a:bodyPr/>
          <a:lstStyle/>
          <a:p>
            <a:pPr lvl="0" indent="0" marL="0">
              <a:buNone/>
            </a:pPr>
            <a:r>
              <a:rPr/>
              <a:t>If you use Girls Build Bots materials to run a workshop, please complete all three:</a:t>
            </a:r>
          </a:p>
          <a:p>
            <a:pPr lvl="0" indent="-342900" marL="342900">
              <a:buAutoNum type="arabicPeriod"/>
            </a:pPr>
            <a:r>
              <a:rPr b="1"/>
              <a:t>Credit us.</a:t>
            </a:r>
            <a:r>
              <a:rPr/>
              <a:t> Tell your Scouts and audience that the curriculum comes from Girls Build Bots, and credit “Girls Build Bots” anywhere you share about the event.</a:t>
            </a:r>
          </a:p>
          <a:p>
            <a:pPr lvl="0" indent="-342900" marL="342900">
              <a:buAutoNum type="arabicPeriod"/>
            </a:pPr>
            <a:r>
              <a:rPr b="1"/>
              <a:t>Tag us.</a:t>
            </a:r>
            <a:r>
              <a:rPr/>
              <a:t> Post about your workshop and tag </a:t>
            </a:r>
            <a:r>
              <a:rPr b="1"/>
              <a:t>@girlsbuildbots</a:t>
            </a:r>
            <a:r>
              <a:rPr/>
              <a:t> on Instagram.</a:t>
            </a:r>
          </a:p>
          <a:p>
            <a:pPr lvl="0" indent="-342900" marL="342900">
              <a:buAutoNum type="arabicPeriod"/>
            </a:pPr>
            <a:r>
              <a:rPr b="1"/>
              <a:t>Report your results.</a:t>
            </a:r>
            <a:r>
              <a:rPr/>
              <a:t> Email </a:t>
            </a:r>
            <a:r>
              <a:rPr b="1"/>
              <a:t>girlsbuildbots@gmail.com</a:t>
            </a:r>
            <a:r>
              <a:rPr/>
              <a:t> with: the number of girls who participated, the number of badges earned, and a sentence or two of feedback on how it went.</a:t>
            </a:r>
          </a:p>
          <a:p>
            <a:pPr lvl="0" indent="0" marL="0">
              <a:buNone/>
            </a:pPr>
            <a:r>
              <a:rPr/>
              <a:t>This is how the program grows and how we measure our impact — your report becomes part of the Girls Build Bots story and helps the next troop and team.</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Created for the “Girls Build Bots” Girl Scout Gold Award project. Original curriculum aligned to the Brownie Cybersecurity badge series; official requirements © Girl Scouts of the USA, available to troop leaders in the Volunteer Toolkit.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3864"/>
      </a:dk2>
      <a:lt2>
        <a:srgbClr val="EEECE1"/>
      </a:lt2>
      <a:accent1>
        <a:srgbClr val="1F3864"/>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eorgia"/>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3864"/>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eorgia"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2026-08-11T04:43:51Z</dcterms:created>
  <dcterms:modified xsi:type="dcterms:W3CDTF">2026-08-11T04:43:51Z</dcterms:modified>
</cp:coreProperties>
</file>

<file path=docProps/custom.xml><?xml version="1.0" encoding="utf-8"?>
<Properties xmlns="http://schemas.openxmlformats.org/officeDocument/2006/custom-properties" xmlns:vt="http://schemas.openxmlformats.org/officeDocument/2006/docPropsVTypes"/>
</file>