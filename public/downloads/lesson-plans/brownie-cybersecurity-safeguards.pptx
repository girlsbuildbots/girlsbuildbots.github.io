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Cybersecurity Safeguards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Cybersecurity — Cybersecurity Safeguards </a:t>
            </a:r>
            <a:r>
              <a:rPr b="1"/>
              <a:t>Series:</a:t>
            </a:r>
            <a:r>
              <a:rPr/>
              <a:t> Cybersecurity (Basics · Safeguards · Investigator)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free browser games and simple props the team or troop can provide.</a:t>
            </a:r>
          </a:p>
          <a:p>
            <a:pPr lvl="0" indent="0" marL="1270000">
              <a:buNone/>
            </a:pPr>
            <a:r>
              <a:rPr sz="2000" b="1"/>
              <a:t>Troop Leaders:</a:t>
            </a:r>
            <a:r>
              <a:rPr sz="2000"/>
              <a:t> This curriculum is designed to </a:t>
            </a:r>
            <a:r>
              <a:rPr sz="2000" i="1"/>
              <a:t>align with</a:t>
            </a:r>
            <a:r>
              <a:rPr sz="2000"/>
              <a:t> the Brownie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being safe and smart online</a:t>
            </a:r>
          </a:p>
        </p:txBody>
      </p:sp>
      <p:sp>
        <p:nvSpPr>
          <p:cNvPr id="3" name="Content Placeholder 2"/>
          <p:cNvSpPr>
            <a:spLocks noGrp="1"/>
          </p:cNvSpPr>
          <p:nvPr>
            <p:ph idx="1"/>
          </p:nvPr>
        </p:nvSpPr>
        <p:spPr/>
        <p:txBody>
          <a:bodyPr/>
          <a:lstStyle/>
          <a:p>
            <a:pPr lvl="0" indent="0" marL="0">
              <a:buNone/>
            </a:pPr>
            <a:r>
              <a:rPr/>
              <a:t>The Cybersecurity series builds digital street-smarts: understand how information travels (Basics), </a:t>
            </a:r>
            <a:r>
              <a:rPr b="1"/>
              <a:t>protect it</a:t>
            </a:r>
            <a:r>
              <a:rPr/>
              <a:t> (Safeguards), and think critically to solve problems (Investigator). Keep it concrete and friendly — never scary.</a:t>
            </a:r>
          </a:p>
          <a:p>
            <a:pPr lvl="0" indent="0" marL="0">
              <a:buNone/>
            </a:pPr>
            <a:r>
              <a:rPr b="1"/>
              <a:t>Vocabulary:</a:t>
            </a:r>
            <a:r>
              <a:rPr/>
              <a:t> password, protect, safeguard, secret, strong vs. weak, permission, ask a grown-up.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Safeguards (75–90 minutes)</a:t>
            </a:r>
          </a:p>
        </p:txBody>
      </p:sp>
      <p:sp>
        <p:nvSpPr>
          <p:cNvPr id="3" name="Content Placeholder 2"/>
          <p:cNvSpPr>
            <a:spLocks noGrp="1"/>
          </p:cNvSpPr>
          <p:nvPr>
            <p:ph idx="1"/>
          </p:nvPr>
        </p:nvSpPr>
        <p:spPr/>
        <p:txBody>
          <a:bodyPr/>
          <a:lstStyle/>
          <a:p>
            <a:pPr lvl="0" indent="0" marL="0">
              <a:buNone/>
            </a:pPr>
            <a:r>
              <a:rPr b="1"/>
              <a:t>Badge theme:</a:t>
            </a:r>
            <a:r>
              <a:rPr/>
              <a:t> Practicing the safeguards that keep us safe online — strong passwords, permission, and what (not) to share.</a:t>
            </a:r>
          </a:p>
          <a:p>
            <a:pPr lvl="0" indent="0" marL="0">
              <a:spcBef>
                <a:spcPts val="3000"/>
              </a:spcBef>
              <a:buNone/>
            </a:pPr>
            <a:r>
              <a:rPr b="1"/>
              <a:t>Materials</a:t>
            </a:r>
          </a:p>
          <a:p>
            <a:pPr lvl="0"/>
            <a:r>
              <a:rPr/>
              <a:t>A “treasure box” with a simple lock/latch (a prop for the password idea)</a:t>
            </a:r>
          </a:p>
          <a:p>
            <a:pPr lvl="0"/>
            <a:r>
              <a:rPr b="1"/>
              <a:t>Make-believe</a:t>
            </a:r>
            <a:r>
              <a:rPr/>
              <a:t> password cards to sort strong vs. weak (never real passwords)</a:t>
            </a:r>
          </a:p>
          <a:p>
            <a:pPr lvl="0"/>
            <a:r>
              <a:rPr/>
              <a:t>Devices with </a:t>
            </a:r>
            <a:r>
              <a:rPr b="1"/>
              <a:t>Interland</a:t>
            </a:r>
            <a:r>
              <a:rPr/>
              <a:t> (beinternetawesome.withgoogle.com) — the “Tower of Treasure” realm is about strong passwords</a:t>
            </a:r>
          </a:p>
          <a:p>
            <a:pPr lvl="0"/>
            <a:r>
              <a:rPr/>
              <a:t>“Ask a grown-up?” scenario cards (a pop-up appears, a stranger messages you, a game asks for your name)</a:t>
            </a:r>
          </a:p>
          <a:p>
            <a:pPr lvl="0" indent="0" marL="0">
              <a:spcBef>
                <a:spcPts val="3000"/>
              </a:spcBef>
              <a:buNone/>
            </a:pPr>
            <a:r>
              <a:rPr b="1"/>
              <a:t>Activity 1 — The Secret Latch (Passwords) (15 min)</a:t>
            </a:r>
          </a:p>
          <a:p>
            <a:pPr lvl="0" indent="0" marL="0">
              <a:buNone/>
            </a:pPr>
            <a:r>
              <a:rPr/>
              <a:t>A password is like the latch on a treasure box — it keeps your things safe. Show the box: a weak latch (anyone can open it) vs. a strong one. Sort </a:t>
            </a:r>
            <a:r>
              <a:rPr b="1"/>
              <a:t>make-believe</a:t>
            </a:r>
            <a:r>
              <a:rPr/>
              <a:t> password cards into strong (long, mixed, silly-but-memorable) vs. weak (“1234,” “password”). </a:t>
            </a:r>
            <a:r>
              <a:rPr b="1"/>
              <a:t>Never use anyone’s real passwords</a:t>
            </a:r>
            <a:r>
              <a:rPr/>
              <a:t> — invented examples only.</a:t>
            </a:r>
          </a:p>
          <a:p>
            <a:pPr lvl="0" indent="0" marL="0">
              <a:spcBef>
                <a:spcPts val="3000"/>
              </a:spcBef>
              <a:buNone/>
            </a:pPr>
            <a:r>
              <a:rPr b="1"/>
              <a:t>Activity 2 — Play Interland: Tower of Treasure (30 min)</a:t>
            </a:r>
          </a:p>
          <a:p>
            <a:pPr lvl="0" indent="0" marL="0">
              <a:buNone/>
            </a:pPr>
            <a:r>
              <a:rPr/>
              <a:t>Scouts play the password-themed realm, building strong “keys” through the game. Mentors connect it back to the treasure-box idea: long and unexpected is strong.</a:t>
            </a:r>
          </a:p>
          <a:p>
            <a:pPr lvl="0" indent="0" marL="0">
              <a:spcBef>
                <a:spcPts val="3000"/>
              </a:spcBef>
              <a:buNone/>
            </a:pPr>
            <a:r>
              <a:rPr b="1"/>
              <a:t>Activity 3 — Ask a Grown-Up (15 min)</a:t>
            </a:r>
          </a:p>
          <a:p>
            <a:pPr lvl="0" indent="0" marL="0">
              <a:buNone/>
            </a:pPr>
            <a:r>
              <a:rPr/>
              <a:t>Scenario cards: a pop-up says “you won a prize!”, a game asks for your full name, someone you don’t know sends a message. For each, Scouts vote: safe, or </a:t>
            </a:r>
            <a:r>
              <a:rPr b="1"/>
              <a:t>stop and ask a trusted grown-up?</a:t>
            </a:r>
            <a:r>
              <a:rPr/>
              <a:t> The safeguard here is knowing when to pause and ask.</a:t>
            </a:r>
          </a:p>
          <a:p>
            <a:pPr lvl="0" indent="0" marL="0">
              <a:spcBef>
                <a:spcPts val="3000"/>
              </a:spcBef>
              <a:buNone/>
            </a:pPr>
            <a:r>
              <a:rPr b="1"/>
              <a:t>Activity 4 — My Safeguards (5 min) + Wrap (5 min)</a:t>
            </a:r>
          </a:p>
          <a:p>
            <a:pPr lvl="0" indent="0" marL="0">
              <a:buNone/>
            </a:pPr>
            <a:r>
              <a:rPr/>
              <a:t>Each Scout names one way she’ll keep her information safe (a strong password, asking a grown-up). Thumbs up if you know what makes a password strong.</a:t>
            </a:r>
          </a:p>
          <a:p>
            <a:pPr lvl="0" indent="0" marL="1270000">
              <a:buNone/>
            </a:pPr>
            <a:r>
              <a:rPr sz="2000" b="1"/>
              <a:t>Robot moment (optional):</a:t>
            </a:r>
            <a:r>
              <a:rPr sz="2000"/>
              <a:t> Share for 60 seconds how the team uses strong passwords to protect its robot code and its accounts — the same safeguards, for a robot.</a:t>
            </a:r>
          </a:p>
          <a:p>
            <a:pPr lvl="0" indent="0" marL="0">
              <a:spcBef>
                <a:spcPts val="3000"/>
              </a:spcBef>
              <a:buNone/>
            </a:pPr>
            <a:r>
              <a:rPr b="1"/>
              <a:t>Completion Checklist — Cybersecurity Safeguards</a:t>
            </a:r>
          </a:p>
          <a:p>
            <a:pPr lvl="0" indent="0" marL="0">
              <a:buNone/>
            </a:pPr>
            <a:r>
              <a:rPr/>
              <a:t>By the end of the session, to earn the badge, each Scout can: - [ ] Explain what a password does and what makes one strong vs. weak - [ ] Build or identify a strong (make-believe) password - [ ] Name a situation where she should stop and ask a trusted grown-up - [ ] Name one safeguard she’ll use to protect her information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A prop box and free browser games are enough. The “robot moment” box is optional.</a:t>
            </a:r>
          </a:p>
          <a:p>
            <a:pPr lvl="0"/>
            <a:r>
              <a:rPr b="1"/>
              <a:t>Never handle real passwords.</a:t>
            </a:r>
            <a:r>
              <a:rPr/>
              <a:t> All password examples are invented. Say this out loud so Scouts learn not to share real ones — even with you.</a:t>
            </a:r>
          </a:p>
          <a:p>
            <a:pPr lvl="0"/>
            <a:r>
              <a:rPr b="1"/>
              <a:t>“Ask a grown-up” is a superpower, not a failure.</a:t>
            </a:r>
            <a:r>
              <a:rPr/>
              <a:t> Frame pausing-to-ask as the smart, strong choice.</a:t>
            </a:r>
          </a:p>
          <a:p>
            <a:pPr lvl="0"/>
            <a:r>
              <a:rPr b="1"/>
              <a:t>Keep it friendly, never scary.</a:t>
            </a:r>
            <a:r>
              <a:rPr/>
              <a:t> Confidence and habits, not fear.</a:t>
            </a:r>
          </a:p>
          <a:p>
            <a:pPr lvl="0"/>
            <a:r>
              <a:rPr b="1"/>
              <a:t>Watch the clock.</a:t>
            </a:r>
            <a:r>
              <a:rPr/>
              <a:t> Brownies fade after ~25 minutes; keep segments moving.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2026-08-11T04:43:52Z</dcterms:created>
  <dcterms:modified xsi:type="dcterms:W3CDTF">2026-08-11T04:43:52Z</dcterms:modified>
</cp:coreProperties>
</file>

<file path=docProps/custom.xml><?xml version="1.0" encoding="utf-8"?>
<Properties xmlns="http://schemas.openxmlformats.org/officeDocument/2006/custom-properties" xmlns:vt="http://schemas.openxmlformats.org/officeDocument/2006/docPropsVTypes"/>
</file>