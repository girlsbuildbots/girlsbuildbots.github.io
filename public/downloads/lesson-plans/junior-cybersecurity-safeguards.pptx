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Junior Cybersecurity Safeguards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Juniors (Grades 4–5) · </a:t>
            </a:r>
            <a:r>
              <a:rPr b="1"/>
              <a:t>Badge:</a:t>
            </a:r>
            <a:r>
              <a:rPr/>
              <a:t> Cybersecurity — Cybersecurity Safeguards </a:t>
            </a:r>
            <a:r>
              <a:rPr b="1"/>
              <a:t>Series:</a:t>
            </a:r>
            <a:r>
              <a:rPr/>
              <a:t> Cybersecurity (Basics · Safeguards · Investigator) </a:t>
            </a:r>
            <a:r>
              <a:rPr b="1"/>
              <a:t>Format:</a:t>
            </a:r>
            <a:r>
              <a:rPr/>
              <a:t> One 90–120 minute session · </a:t>
            </a:r>
            <a:r>
              <a:rPr b="1"/>
              <a:t>Ratio:</a:t>
            </a:r>
            <a:r>
              <a:rPr/>
              <a:t> 1 mentor per 4–5 Scouts </a:t>
            </a:r>
            <a:r>
              <a:rPr b="1"/>
              <a:t>Who runs it:</a:t>
            </a:r>
            <a:r>
              <a:rPr/>
              <a:t> A FIRST robotics team (FLL / FTC / FRC) leading the session. A physical robot is a nice bonus but </a:t>
            </a:r>
            <a:r>
              <a:rPr b="1"/>
              <a:t>not required</a:t>
            </a:r>
            <a:r>
              <a:rPr/>
              <a:t> — every activity runs on printed materials and free browser tools.</a:t>
            </a:r>
          </a:p>
          <a:p>
            <a:pPr lvl="0" indent="0" marL="1270000">
              <a:buNone/>
            </a:pPr>
            <a:r>
              <a:rPr sz="2000" b="1"/>
              <a:t>Troop Leaders:</a:t>
            </a:r>
            <a:r>
              <a:rPr sz="2000"/>
              <a:t> This curriculum is designed to </a:t>
            </a:r>
            <a:r>
              <a:rPr sz="2000" i="1"/>
              <a:t>align with</a:t>
            </a:r>
            <a:r>
              <a:rPr sz="2000"/>
              <a:t> the Junior Cybersecurity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being safe and smart online</a:t>
            </a:r>
          </a:p>
        </p:txBody>
      </p:sp>
      <p:sp>
        <p:nvSpPr>
          <p:cNvPr id="3" name="Content Placeholder 2"/>
          <p:cNvSpPr>
            <a:spLocks noGrp="1"/>
          </p:cNvSpPr>
          <p:nvPr>
            <p:ph idx="1"/>
          </p:nvPr>
        </p:nvSpPr>
        <p:spPr/>
        <p:txBody>
          <a:bodyPr/>
          <a:lstStyle/>
          <a:p>
            <a:pPr lvl="0" indent="0" marL="0">
              <a:buNone/>
            </a:pPr>
            <a:r>
              <a:rPr/>
              <a:t>The series builds real digital literacy: understand how information travels (Basics), </a:t>
            </a:r>
            <a:r>
              <a:rPr b="1"/>
              <a:t>protect it</a:t>
            </a:r>
            <a:r>
              <a:rPr/>
              <a:t> (Safeguards), and investigate critically (Investigator). Juniors can learn concrete, practical protections they’ll actually use.</a:t>
            </a:r>
          </a:p>
          <a:p>
            <a:pPr lvl="0" indent="0" marL="0">
              <a:buNone/>
            </a:pPr>
            <a:r>
              <a:rPr b="1"/>
              <a:t>Vocabulary:</a:t>
            </a:r>
            <a:r>
              <a:rPr/>
              <a:t> password, passphrase, phishing, red flag, privacy setting, digital footprint, two-factor (a second lock).</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Cybersecurity Safeguards (90–120 minutes)</a:t>
            </a:r>
          </a:p>
        </p:txBody>
      </p:sp>
      <p:sp>
        <p:nvSpPr>
          <p:cNvPr id="3" name="Content Placeholder 2"/>
          <p:cNvSpPr>
            <a:spLocks noGrp="1"/>
          </p:cNvSpPr>
          <p:nvPr>
            <p:ph idx="1"/>
          </p:nvPr>
        </p:nvSpPr>
        <p:spPr/>
        <p:txBody>
          <a:bodyPr/>
          <a:lstStyle/>
          <a:p>
            <a:pPr lvl="0" indent="0" marL="0">
              <a:buNone/>
            </a:pPr>
            <a:r>
              <a:rPr b="1"/>
              <a:t>Badge theme:</a:t>
            </a:r>
            <a:r>
              <a:rPr/>
              <a:t> Practical protections — strong passwords, privacy awareness, digital footprints, and spotting phishing red flags.</a:t>
            </a:r>
          </a:p>
          <a:p>
            <a:pPr lvl="0" indent="0" marL="0">
              <a:spcBef>
                <a:spcPts val="3000"/>
              </a:spcBef>
              <a:buNone/>
            </a:pPr>
            <a:r>
              <a:rPr b="1"/>
              <a:t>Materials</a:t>
            </a:r>
          </a:p>
          <a:p>
            <a:pPr lvl="0"/>
            <a:r>
              <a:rPr b="1"/>
              <a:t>Made-up</a:t>
            </a:r>
            <a:r>
              <a:rPr/>
              <a:t> password examples for the strength lab (never real passwords — say this rule out loud)</a:t>
            </a:r>
          </a:p>
          <a:p>
            <a:pPr lvl="0"/>
            <a:r>
              <a:rPr/>
              <a:t>Mentor-made “inbox” of printed example messages: some legit, some phishing (fake prize, fake “your account is locked,” a too-good-to-be-true offer)</a:t>
            </a:r>
          </a:p>
          <a:p>
            <a:pPr lvl="0"/>
            <a:r>
              <a:rPr/>
              <a:t>“Digital footprint” scenario cards (a photo posted, a comment made, a quiz taken, a location shared)</a:t>
            </a:r>
          </a:p>
          <a:p>
            <a:pPr lvl="0"/>
            <a:r>
              <a:rPr/>
              <a:t>Optional: Interland “Tower of Treasure” for reinforcement</a:t>
            </a:r>
          </a:p>
          <a:p>
            <a:pPr lvl="0" indent="0" marL="0">
              <a:spcBef>
                <a:spcPts val="3000"/>
              </a:spcBef>
              <a:buNone/>
            </a:pPr>
            <a:r>
              <a:rPr b="1"/>
              <a:t>Activity 1 — Password Strength Lab (25 min)</a:t>
            </a:r>
          </a:p>
          <a:p>
            <a:pPr lvl="0" indent="0" marL="0">
              <a:buNone/>
            </a:pPr>
            <a:r>
              <a:rPr/>
              <a:t>Sort made-up passwords weakest to strongest. Discover the rules by pattern: </a:t>
            </a:r>
            <a:r>
              <a:rPr b="1"/>
              <a:t>longer beats clever</a:t>
            </a:r>
            <a:r>
              <a:rPr/>
              <a:t>, mixed characters help, and a </a:t>
            </a:r>
            <a:r>
              <a:rPr b="1"/>
              <a:t>passphrase</a:t>
            </a:r>
            <a:r>
              <a:rPr/>
              <a:t> (three random words: “PurpleRobotTaco!”) is both strong and memorable. Each Scout invents a made-up passphrase using the method — and does NOT write down or share any real one. Mention the second lock: some accounts add a code sent to a grown-up’s phone (</a:t>
            </a:r>
            <a:r>
              <a:rPr b="1"/>
              <a:t>two-factor</a:t>
            </a:r>
            <a:r>
              <a:rPr/>
              <a:t>) — two locks beat one.</a:t>
            </a:r>
          </a:p>
          <a:p>
            <a:pPr lvl="0" indent="0" marL="0">
              <a:spcBef>
                <a:spcPts val="3000"/>
              </a:spcBef>
              <a:buNone/>
            </a:pPr>
            <a:r>
              <a:rPr b="1"/>
              <a:t>Activity 2 — Spot the Phish (30 min)</a:t>
            </a:r>
          </a:p>
          <a:p>
            <a:pPr lvl="0" indent="0" marL="0">
              <a:buNone/>
            </a:pPr>
            <a:r>
              <a:rPr/>
              <a:t>Deal the mentor-made “inbox.” For each message, teams hunt </a:t>
            </a:r>
            <a:r>
              <a:rPr b="1"/>
              <a:t>red flags</a:t>
            </a:r>
            <a:r>
              <a:rPr/>
              <a:t>: urgent pressure (“act NOW!”), prizes for nothing, misspelled sender addresses, links that don’t match, requests for personal info or passwords. Score a point per correctly-sorted message, with the rule of thumb: </a:t>
            </a:r>
            <a:r>
              <a:rPr b="1"/>
              <a:t>real companies don’t ask for your password in a message.</a:t>
            </a:r>
            <a:r>
              <a:rPr/>
              <a:t> When unsure — don’t click; ask a trusted adult.</a:t>
            </a:r>
          </a:p>
          <a:p>
            <a:pPr lvl="0" indent="0" marL="0">
              <a:spcBef>
                <a:spcPts val="3000"/>
              </a:spcBef>
              <a:buNone/>
            </a:pPr>
            <a:r>
              <a:rPr b="1"/>
              <a:t>Activity 3 — Footprints in the Sand (20 min)</a:t>
            </a:r>
          </a:p>
          <a:p>
            <a:pPr lvl="0" indent="0" marL="0">
              <a:buNone/>
            </a:pPr>
            <a:r>
              <a:rPr/>
              <a:t>Scenario cards: for each action (post a photo, take a fun quiz, share a location), ask — who can see this? How long does it last? Would you want it visible in five years? Juniors grasp the honest version: things shared online can persist and travel. The safeguard: </a:t>
            </a:r>
            <a:r>
              <a:rPr b="1"/>
              <a:t>think before you post, and use privacy settings with a grown-up’s help.</a:t>
            </a:r>
          </a:p>
          <a:p>
            <a:pPr lvl="0" indent="0" marL="0">
              <a:spcBef>
                <a:spcPts val="3000"/>
              </a:spcBef>
              <a:buNone/>
            </a:pPr>
            <a:r>
              <a:rPr b="1"/>
              <a:t>Activity 4 — My Safeguard Kit (10 min) + Wrap (5 min)</a:t>
            </a:r>
          </a:p>
          <a:p>
            <a:pPr lvl="0" indent="0" marL="0">
              <a:buNone/>
            </a:pPr>
            <a:r>
              <a:rPr/>
              <a:t>Each Scout writes her personal top-three safeguards (a passphrase method, a phishing red flag she’ll watch for, a think-before-posting rule). Closing: pairs quiz each other with one made-up message — phish or legit?</a:t>
            </a:r>
          </a:p>
          <a:p>
            <a:pPr lvl="0" indent="0" marL="1270000">
              <a:buNone/>
            </a:pPr>
            <a:r>
              <a:rPr sz="2000" b="1"/>
              <a:t>Robot moment (optional):</a:t>
            </a:r>
            <a:r>
              <a:rPr sz="2000"/>
              <a:t> Share for 60 seconds how the team protects its accounts and code — strong passphrases and never sharing logins — because losing control of the robot’s code would be a very bad day.</a:t>
            </a:r>
          </a:p>
          <a:p>
            <a:pPr lvl="0" indent="0" marL="0">
              <a:spcBef>
                <a:spcPts val="3000"/>
              </a:spcBef>
              <a:buNone/>
            </a:pPr>
            <a:r>
              <a:rPr b="1"/>
              <a:t>Completion Checklist — Cybersecurity Safeguards</a:t>
            </a:r>
          </a:p>
          <a:p>
            <a:pPr lvl="0" indent="0" marL="0">
              <a:buNone/>
            </a:pPr>
            <a:r>
              <a:rPr/>
              <a:t>By the end of the session, to earn the badge, each Scout can: - [ ] Explain what makes a password strong and build a made-up passphrase - [ ] Spot at least three phishing red flags in example messages - [ ] Explain what a digital footprint is and why it lasts - [ ] Name her personal top-three safeguards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Printed inboxes and scenario cards carry the session. The “robot moment” is a 60-second add-on.</a:t>
            </a:r>
          </a:p>
          <a:p>
            <a:pPr lvl="0"/>
            <a:r>
              <a:rPr b="1"/>
              <a:t>Never touch real passwords.</a:t>
            </a:r>
            <a:r>
              <a:rPr/>
              <a:t> All examples invented; state the rule aloud so Scouts learn not to share real ones with anyone — including you.</a:t>
            </a:r>
          </a:p>
          <a:p>
            <a:pPr lvl="0"/>
            <a:r>
              <a:rPr b="1"/>
              <a:t>Make phishing examples age-real.</a:t>
            </a:r>
            <a:r>
              <a:rPr/>
              <a:t> Game-currency scams and prize DMs are their world; bank scams are not.</a:t>
            </a:r>
          </a:p>
          <a:p>
            <a:pPr lvl="0"/>
            <a:r>
              <a:rPr b="1"/>
              <a:t>Reasoning over right answers.</a:t>
            </a:r>
            <a:r>
              <a:rPr/>
              <a:t> Always ask “which red flag tipped you off?”</a:t>
            </a:r>
          </a:p>
          <a:p>
            <a:pPr lvl="0"/>
            <a:r>
              <a:rPr b="1"/>
              <a:t>Calm, capable tone.</a:t>
            </a:r>
            <a:r>
              <a:rPr/>
              <a:t> The message is “you can protect yourself,” not “the internet is dangerous.”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Junior Cybersecurity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2026-08-11T04:44:01Z</dcterms:created>
  <dcterms:modified xsi:type="dcterms:W3CDTF">2026-08-11T04:44:01Z</dcterms:modified>
</cp:coreProperties>
</file>

<file path=docProps/custom.xml><?xml version="1.0" encoding="utf-8"?>
<Properties xmlns="http://schemas.openxmlformats.org/officeDocument/2006/custom-properties" xmlns:vt="http://schemas.openxmlformats.org/officeDocument/2006/docPropsVTypes"/>
</file>