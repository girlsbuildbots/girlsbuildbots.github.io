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Cadette Coding Basics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Cadettes (Grades 6–8) · </a:t>
            </a:r>
            <a:r>
              <a:rPr b="1"/>
              <a:t>Badge:</a:t>
            </a:r>
            <a:r>
              <a:rPr/>
              <a:t> Coding for Good — Coding Basics </a:t>
            </a:r>
            <a:r>
              <a:rPr b="1"/>
              <a:t>Series:</a:t>
            </a:r>
            <a:r>
              <a:rPr/>
              <a:t> Coding for Good (Coding Basics · Digital Game Design · App Development) </a:t>
            </a:r>
            <a:r>
              <a:rPr b="1"/>
              <a:t>Format:</a:t>
            </a:r>
            <a:r>
              <a:rPr/>
              <a:t> One 2-hour session · </a:t>
            </a:r>
            <a:r>
              <a:rPr b="1"/>
              <a:t>Ratio:</a:t>
            </a:r>
            <a:r>
              <a:rPr/>
              <a:t> 1 mentor per 5–6 Scouts </a:t>
            </a:r>
            <a:r>
              <a:rPr b="1"/>
              <a:t>Who runs it:</a:t>
            </a:r>
            <a:r>
              <a:rPr/>
              <a:t> A FIRST robotics team (FLL / FTC / FRC) leading the session. A physical robot is a nice bonus but </a:t>
            </a:r>
            <a:r>
              <a:rPr b="1"/>
              <a:t>not required</a:t>
            </a:r>
            <a:r>
              <a:rPr/>
              <a:t> — every activity runs on free browser tools.</a:t>
            </a:r>
          </a:p>
          <a:p>
            <a:pPr lvl="0" indent="0" marL="1270000">
              <a:buNone/>
            </a:pPr>
            <a:r>
              <a:rPr sz="2000" b="1"/>
              <a:t>Troop Leaders:</a:t>
            </a:r>
            <a:r>
              <a:rPr sz="2000"/>
              <a:t> This curriculum is designed to </a:t>
            </a:r>
            <a:r>
              <a:rPr sz="2000" i="1"/>
              <a:t>align with</a:t>
            </a:r>
            <a:r>
              <a:rPr sz="2000"/>
              <a:t> the Cadette Coding for Good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coding </a:t>
            </a:r>
            <a:r>
              <a:rPr i="1"/>
              <a:t>for good</a:t>
            </a:r>
          </a:p>
        </p:txBody>
      </p:sp>
      <p:sp>
        <p:nvSpPr>
          <p:cNvPr id="3" name="Content Placeholder 2"/>
          <p:cNvSpPr>
            <a:spLocks noGrp="1"/>
          </p:cNvSpPr>
          <p:nvPr>
            <p:ph idx="1"/>
          </p:nvPr>
        </p:nvSpPr>
        <p:spPr/>
        <p:txBody>
          <a:bodyPr/>
          <a:lstStyle/>
          <a:p>
            <a:pPr lvl="0" indent="0" marL="0">
              <a:buNone/>
            </a:pPr>
            <a:r>
              <a:rPr/>
              <a:t>Cadettes get the real framing: code runs the world they live in — their feeds, their school systems, their music — and the people who write it decide how it behaves. This badge is about stepping from </a:t>
            </a:r>
            <a:r>
              <a:rPr i="1"/>
              <a:t>user</a:t>
            </a:r>
            <a:r>
              <a:rPr/>
              <a:t> to </a:t>
            </a:r>
            <a:r>
              <a:rPr i="1"/>
              <a:t>builder</a:t>
            </a:r>
            <a:r>
              <a:rPr/>
              <a:t>.</a:t>
            </a:r>
          </a:p>
          <a:p>
            <a:pPr lvl="0" indent="0" marL="0">
              <a:buNone/>
            </a:pPr>
            <a:r>
              <a:rPr b="1"/>
              <a:t>Vocabulary:</a:t>
            </a:r>
            <a:r>
              <a:rPr/>
              <a:t> algorithm, conditional, variable, loop, event, function (a named chunk of steps), debug, pseudocode.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Coding Basics (2 hours)</a:t>
            </a:r>
          </a:p>
        </p:txBody>
      </p:sp>
      <p:sp>
        <p:nvSpPr>
          <p:cNvPr id="3" name="Content Placeholder 2"/>
          <p:cNvSpPr>
            <a:spLocks noGrp="1"/>
          </p:cNvSpPr>
          <p:nvPr>
            <p:ph idx="1"/>
          </p:nvPr>
        </p:nvSpPr>
        <p:spPr/>
        <p:txBody>
          <a:bodyPr/>
          <a:lstStyle/>
          <a:p>
            <a:pPr lvl="0" indent="0" marL="0">
              <a:buNone/>
            </a:pPr>
            <a:r>
              <a:rPr b="1"/>
              <a:t>Badge theme:</a:t>
            </a:r>
            <a:r>
              <a:rPr/>
              <a:t> Writing programs with real computer-science concepts — conditionals, variables, loops, and events — and understanding how code powers daily technology.</a:t>
            </a:r>
          </a:p>
          <a:p>
            <a:pPr lvl="0" indent="0" marL="0">
              <a:spcBef>
                <a:spcPts val="3000"/>
              </a:spcBef>
              <a:buNone/>
            </a:pPr>
            <a:r>
              <a:rPr b="1"/>
              <a:t>Materials</a:t>
            </a:r>
          </a:p>
          <a:p>
            <a:pPr lvl="0"/>
            <a:r>
              <a:rPr/>
              <a:t>Laptops with </a:t>
            </a:r>
            <a:r>
              <a:rPr b="1"/>
              <a:t>MakeCode Arcade</a:t>
            </a:r>
            <a:r>
              <a:rPr/>
              <a:t> (arcade.makecode.com)</a:t>
            </a:r>
          </a:p>
          <a:p>
            <a:pPr lvl="0"/>
            <a:r>
              <a:rPr/>
              <a:t>Projector for live coding; printed pseudocode reference card</a:t>
            </a:r>
          </a:p>
          <a:p>
            <a:pPr lvl="0"/>
            <a:r>
              <a:rPr/>
              <a:t>Sticky notes for the code-review swap</a:t>
            </a:r>
          </a:p>
          <a:p>
            <a:pPr lvl="0" indent="0" marL="0">
              <a:spcBef>
                <a:spcPts val="3000"/>
              </a:spcBef>
              <a:buNone/>
            </a:pPr>
            <a:r>
              <a:rPr b="1"/>
              <a:t>Activity 1 — Code Runs Your Day (15 min)</a:t>
            </a:r>
          </a:p>
          <a:p>
            <a:pPr lvl="0" indent="0" marL="0">
              <a:buNone/>
            </a:pPr>
            <a:r>
              <a:rPr/>
              <a:t>Trace one ordinary hour of a Cadette’s day and find the code in it: the alarm (a scheduled event), the playlist shuffle (a randomizing algorithm), the thermostat (a conditional: </a:t>
            </a:r>
            <a:r>
              <a:rPr i="1"/>
              <a:t>if</a:t>
            </a:r>
            <a:r>
              <a:rPr/>
              <a:t> below 68, heat on). Then the honest kicker: someone </a:t>
            </a:r>
            <a:r>
              <a:rPr i="1"/>
              <a:t>wrote</a:t>
            </a:r>
            <a:r>
              <a:rPr/>
              <a:t> each of those decisions. Coders decide how technology behaves — that’s the power this badge hands over.</a:t>
            </a:r>
          </a:p>
          <a:p>
            <a:pPr lvl="0" indent="0" marL="0">
              <a:spcBef>
                <a:spcPts val="3000"/>
              </a:spcBef>
              <a:buNone/>
            </a:pPr>
            <a:r>
              <a:rPr b="1"/>
              <a:t>Activity 2 — The Four Tools (20 min)</a:t>
            </a:r>
          </a:p>
          <a:p>
            <a:pPr lvl="0" indent="0" marL="0">
              <a:buNone/>
            </a:pPr>
            <a:r>
              <a:rPr/>
              <a:t>Whiteboard the core toolkit with a physical demo for each: </a:t>
            </a:r>
            <a:r>
              <a:rPr b="1"/>
              <a:t>event</a:t>
            </a:r>
            <a:r>
              <a:rPr/>
              <a:t> (when the door opens → wave), </a:t>
            </a:r>
            <a:r>
              <a:rPr b="1"/>
              <a:t>conditional</a:t>
            </a:r>
            <a:r>
              <a:rPr/>
              <a:t> (if I say “blue,” stand up), </a:t>
            </a:r>
            <a:r>
              <a:rPr b="1"/>
              <a:t>variable</a:t>
            </a:r>
            <a:r>
              <a:rPr/>
              <a:t> (a running count on the board), </a:t>
            </a:r>
            <a:r>
              <a:rPr b="1"/>
              <a:t>loop</a:t>
            </a:r>
            <a:r>
              <a:rPr/>
              <a:t> (repeat until told to stop). Then write one line of </a:t>
            </a:r>
            <a:r>
              <a:rPr b="1"/>
              <a:t>pseudocode</a:t>
            </a:r>
            <a:r>
              <a:rPr/>
              <a:t> for each as a group — the bridge from idea to program.</a:t>
            </a:r>
          </a:p>
          <a:p>
            <a:pPr lvl="0" indent="0" marL="0">
              <a:spcBef>
                <a:spcPts val="3000"/>
              </a:spcBef>
              <a:buNone/>
            </a:pPr>
            <a:r>
              <a:rPr b="1"/>
              <a:t>Activity 3 — Build: Reaction-Time Tester (55 min)</a:t>
            </a:r>
          </a:p>
          <a:p>
            <a:pPr lvl="0" indent="0" marL="0">
              <a:buNone/>
            </a:pPr>
            <a:r>
              <a:rPr/>
              <a:t>Progressive build of a genuinely useful program — a reaction-time game: 1. </a:t>
            </a:r>
            <a:r>
              <a:rPr b="1"/>
              <a:t>Event:</a:t>
            </a:r>
            <a:r>
              <a:rPr/>
              <a:t> on button press, start the round 2. </a:t>
            </a:r>
            <a:r>
              <a:rPr b="1"/>
              <a:t>Variable:</a:t>
            </a:r>
            <a:r>
              <a:rPr/>
              <a:t> a timer counts up; a score stores the best time 3. </a:t>
            </a:r>
            <a:r>
              <a:rPr b="1"/>
              <a:t>Conditional:</a:t>
            </a:r>
            <a:r>
              <a:rPr/>
              <a:t> </a:t>
            </a:r>
            <a:r>
              <a:rPr i="1"/>
              <a:t>if</a:t>
            </a:r>
            <a:r>
              <a:rPr/>
              <a:t> pressed too early → “Too soon!”; </a:t>
            </a:r>
            <a:r>
              <a:rPr i="1"/>
              <a:t>if</a:t>
            </a:r>
            <a:r>
              <a:rPr/>
              <a:t> new best → update the record 4. </a:t>
            </a:r>
            <a:r>
              <a:rPr b="1"/>
              <a:t>Loop:</a:t>
            </a:r>
            <a:r>
              <a:rPr/>
              <a:t> play rounds forever, tracking best score 5. Stretch: add a two-player mode with two variables</a:t>
            </a:r>
          </a:p>
          <a:p>
            <a:pPr lvl="0" indent="0" marL="0">
              <a:buNone/>
            </a:pPr>
            <a:r>
              <a:rPr/>
              <a:t>Every Scout leaves with a working program using all four tools — and it’s a real tool, not a toy: reaction time is what sports scientists actually measure.</a:t>
            </a:r>
          </a:p>
          <a:p>
            <a:pPr lvl="0" indent="0" marL="0">
              <a:spcBef>
                <a:spcPts val="3000"/>
              </a:spcBef>
              <a:buNone/>
            </a:pPr>
            <a:r>
              <a:rPr b="1"/>
              <a:t>Activity 4 — Code Review Swap (20 min) + Wrap (10 min)</a:t>
            </a:r>
          </a:p>
          <a:p>
            <a:pPr lvl="0" indent="0" marL="0">
              <a:buNone/>
            </a:pPr>
            <a:r>
              <a:rPr/>
              <a:t>Swap laptops. Each Scout reads her partner’s program and answers on a sticky note: What does it do? Point to a conditional and a variable. One thing you’d improve. Then discuss in pairs and make one improvement to your own. </a:t>
            </a:r>
            <a:r>
              <a:rPr b="1"/>
              <a:t>This is exactly how professional software teams work.</a:t>
            </a:r>
            <a:r>
              <a:rPr/>
              <a:t> Closing: which of the four tools would you teach a friend first, and how?</a:t>
            </a:r>
          </a:p>
          <a:p>
            <a:pPr lvl="0" indent="0" marL="1270000">
              <a:buNone/>
            </a:pPr>
            <a:r>
              <a:rPr sz="2000" b="1"/>
              <a:t>Robot moment (optional):</a:t>
            </a:r>
            <a:r>
              <a:rPr sz="2000"/>
              <a:t> Share for 60 seconds where each of the four tools lives in the team’s robot code — sensor events, if-statements steering autonomous mode, variables tracking game state, the main control loop.</a:t>
            </a:r>
          </a:p>
          <a:p>
            <a:pPr lvl="0" indent="0" marL="0">
              <a:spcBef>
                <a:spcPts val="3000"/>
              </a:spcBef>
              <a:buNone/>
            </a:pPr>
            <a:r>
              <a:rPr b="1"/>
              <a:t>Completion Checklist — Coding Basics</a:t>
            </a:r>
          </a:p>
          <a:p>
            <a:pPr lvl="0" indent="0" marL="0">
              <a:buNone/>
            </a:pPr>
            <a:r>
              <a:rPr/>
              <a:t>By the end of the session, to earn the badge, each Scout can: - [ ] Identify code making decisions in everyday technology - [ ] Explain events, conditionals, variables, and loops with examples - [ ] Build a working program that uses all four concepts - [ ] Read a peer’s code and give constructive review feedback</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Treat Cadettes as junior colleagues.</a:t>
            </a:r>
            <a:r>
              <a:rPr/>
              <a:t> Middle schoolers disengage instantly when talked down to; they lean in when handed real tools.</a:t>
            </a:r>
          </a:p>
          <a:p>
            <a:pPr lvl="0"/>
            <a:r>
              <a:rPr b="1"/>
              <a:t>You don’t need a robot for this.</a:t>
            </a:r>
            <a:r>
              <a:rPr/>
              <a:t> The “robot moment” is a 60-second add-on.</a:t>
            </a:r>
          </a:p>
          <a:p>
            <a:pPr lvl="0"/>
            <a:r>
              <a:rPr b="1"/>
              <a:t>Debug out loud.</a:t>
            </a:r>
            <a:r>
              <a:rPr/>
              <a:t> When you help fix code, narrate your reasoning — hearing the process is the lesson.</a:t>
            </a:r>
          </a:p>
          <a:p>
            <a:pPr lvl="0"/>
            <a:r>
              <a:rPr b="1"/>
              <a:t>Let the code review be real.</a:t>
            </a:r>
            <a:r>
              <a:rPr/>
              <a:t> “I’d improve…” feedback, given and taken seriously, is the most professional 20 minutes of the session.</a:t>
            </a:r>
          </a:p>
          <a:p>
            <a:pPr lvl="0"/>
            <a:r>
              <a:rPr b="1"/>
              <a:t>Share a failure story.</a:t>
            </a:r>
            <a:r>
              <a:rPr/>
              <a:t> “Our robot bricked at competition over one line” is the most credible teaching you can do.</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Cadette Coding for Good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2026-08-11T04:43:55Z</dcterms:created>
  <dcterms:modified xsi:type="dcterms:W3CDTF">2026-08-11T04:43:55Z</dcterms:modified>
</cp:coreProperties>
</file>

<file path=docProps/custom.xml><?xml version="1.0" encoding="utf-8"?>
<Properties xmlns="http://schemas.openxmlformats.org/officeDocument/2006/custom-properties" xmlns:vt="http://schemas.openxmlformats.org/officeDocument/2006/docPropsVTypes"/>
</file>