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Coding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Coding for Good — Coding Basics </a:t>
            </a:r>
            <a:r>
              <a:rPr b="1"/>
              <a:t>Series:</a:t>
            </a:r>
            <a:r>
              <a:rPr/>
              <a:t> Coding for Good (Coding Basics · Digital Game Design · App Development)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free browser tools and craft supplies the team or troop can provide.</a:t>
            </a:r>
          </a:p>
          <a:p>
            <a:pPr lvl="0" indent="0" marL="1270000">
              <a:buNone/>
            </a:pPr>
            <a:r>
              <a:rPr sz="2000" b="1"/>
              <a:t>Troop Leaders:</a:t>
            </a:r>
            <a:r>
              <a:rPr sz="2000"/>
              <a:t> This curriculum is designed to </a:t>
            </a:r>
            <a:r>
              <a:rPr sz="2000" i="1"/>
              <a:t>align with</a:t>
            </a:r>
            <a:r>
              <a:rPr sz="2000"/>
              <a:t> the Brownie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Every badge in this series ties coding to helping people. Brownies should leave believing that code isn’t just for games — it’s a tool they can use to make something better for someone else. Mentors: name this out loud. “We’re not just coding — we’re solving a problem for a real person.”</a:t>
            </a:r>
          </a:p>
          <a:p>
            <a:pPr lvl="0" indent="0" marL="0">
              <a:buNone/>
            </a:pPr>
            <a:r>
              <a:rPr b="1"/>
              <a:t>Vocabulary:</a:t>
            </a:r>
            <a:r>
              <a:rPr/>
              <a:t> code, program, algorithm, bug, debug, sprite.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Basics (75–90 minutes)</a:t>
            </a:r>
          </a:p>
        </p:txBody>
      </p:sp>
      <p:sp>
        <p:nvSpPr>
          <p:cNvPr id="3" name="Content Placeholder 2"/>
          <p:cNvSpPr>
            <a:spLocks noGrp="1"/>
          </p:cNvSpPr>
          <p:nvPr>
            <p:ph idx="1"/>
          </p:nvPr>
        </p:nvSpPr>
        <p:spPr/>
        <p:txBody>
          <a:bodyPr/>
          <a:lstStyle/>
          <a:p>
            <a:pPr lvl="0" indent="0" marL="0">
              <a:buNone/>
            </a:pPr>
            <a:r>
              <a:rPr b="1"/>
              <a:t>Badge theme:</a:t>
            </a:r>
            <a:r>
              <a:rPr/>
              <a:t> Discovering that code is a set of step-by-step instructions, and that algorithms shape the digital world around us.</a:t>
            </a:r>
          </a:p>
          <a:p>
            <a:pPr lvl="0" indent="0" marL="0">
              <a:spcBef>
                <a:spcPts val="3000"/>
              </a:spcBef>
              <a:buNone/>
            </a:pPr>
            <a:r>
              <a:rPr b="1"/>
              <a:t>Materials</a:t>
            </a:r>
          </a:p>
          <a:p>
            <a:pPr lvl="0"/>
            <a:r>
              <a:rPr/>
              <a:t>Laptops or tablets with </a:t>
            </a:r>
            <a:r>
              <a:rPr b="1"/>
              <a:t>ScratchJr</a:t>
            </a:r>
            <a:r>
              <a:rPr/>
              <a:t> (tablet app) or </a:t>
            </a:r>
            <a:r>
              <a:rPr b="1"/>
              <a:t>MakeCode Arcade</a:t>
            </a:r>
            <a:r>
              <a:rPr/>
              <a:t> (arcade.makecode.com, any browser)</a:t>
            </a:r>
          </a:p>
          <a:p>
            <a:pPr lvl="0"/>
            <a:r>
              <a:rPr/>
              <a:t>Printable “algorithm cards” (simple picture steps: pour, stir, pour, etc.)</a:t>
            </a:r>
          </a:p>
          <a:p>
            <a:pPr lvl="0"/>
            <a:r>
              <a:rPr/>
              <a:t>A snack you can “program” the mentors to make (e.g., a cup of cereal + milk, or trail-mix scooping)</a:t>
            </a:r>
          </a:p>
          <a:p>
            <a:pPr lvl="0" indent="0" marL="0">
              <a:spcBef>
                <a:spcPts val="3000"/>
              </a:spcBef>
              <a:buNone/>
            </a:pPr>
            <a:r>
              <a:rPr b="1"/>
              <a:t>Activity 1 — The Algorithm Snack (15 min)</a:t>
            </a:r>
          </a:p>
          <a:p>
            <a:pPr lvl="0" indent="0" marL="0">
              <a:buNone/>
            </a:pPr>
            <a:r>
              <a:rPr/>
              <a:t>An </a:t>
            </a:r>
            <a:r>
              <a:rPr b="1"/>
              <a:t>algorithm</a:t>
            </a:r>
            <a:r>
              <a:rPr/>
              <a:t> is just a list of steps in the right order. Scouts direct a mentor-robot to make a simple snack using only clear commands. Vague command (“make it good”) → the robot freezes. Out-of-order command (milk before the cup) → a happy mess. </a:t>
            </a:r>
            <a:r>
              <a:rPr b="1"/>
              <a:t>Debrief:</a:t>
            </a:r>
            <a:r>
              <a:rPr/>
              <a:t> computers follow our steps </a:t>
            </a:r>
            <a:r>
              <a:rPr i="1"/>
              <a:t>exactly</a:t>
            </a:r>
            <a:r>
              <a:rPr/>
              <a:t>, so the order matters.</a:t>
            </a:r>
          </a:p>
          <a:p>
            <a:pPr lvl="0" indent="0" marL="0">
              <a:spcBef>
                <a:spcPts val="3000"/>
              </a:spcBef>
              <a:buNone/>
            </a:pPr>
            <a:r>
              <a:rPr b="1"/>
              <a:t>Activity 2 — Unplugged Algorithm Cards (15 min)</a:t>
            </a:r>
          </a:p>
          <a:p>
            <a:pPr lvl="0" indent="0" marL="0">
              <a:buNone/>
            </a:pPr>
            <a:r>
              <a:rPr/>
              <a:t>In pairs, Scouts arrange picture cards into the correct sequence for an everyday task (brushing teeth, planting a seed). They “run” their partner’s algorithm by acting it out and hunt for </a:t>
            </a:r>
            <a:r>
              <a:rPr b="1"/>
              <a:t>bugs</a:t>
            </a:r>
            <a:r>
              <a:rPr/>
              <a:t> — steps missing or out of order. First taste of debugging, no screen needed.</a:t>
            </a:r>
          </a:p>
          <a:p>
            <a:pPr lvl="0" indent="0" marL="0">
              <a:spcBef>
                <a:spcPts val="3000"/>
              </a:spcBef>
              <a:buNone/>
            </a:pPr>
            <a:r>
              <a:rPr b="1"/>
              <a:t>Activity 3 — First Program On-Screen (35 min)</a:t>
            </a:r>
          </a:p>
          <a:p>
            <a:pPr lvl="0" indent="0" marL="0">
              <a:buNone/>
            </a:pPr>
            <a:r>
              <a:rPr/>
              <a:t>Mentor-led, one block at a time on a projector; Scouts mirror on their own device: - Make a character (a “sprite”) - Make it move across the screen - Make it say hello or play a sound - Fast finishers: change the character and add a second action</a:t>
            </a:r>
          </a:p>
          <a:p>
            <a:pPr lvl="0" indent="0" marL="0">
              <a:buNone/>
            </a:pPr>
            <a:r>
              <a:rPr/>
              <a:t>Mentors circulate hands-behind-back, guiding with questions (“what do you think this block does?”).</a:t>
            </a:r>
          </a:p>
          <a:p>
            <a:pPr lvl="0" indent="0" marL="0">
              <a:spcBef>
                <a:spcPts val="3000"/>
              </a:spcBef>
              <a:buNone/>
            </a:pPr>
            <a:r>
              <a:rPr b="1"/>
              <a:t>Activity 4 — Where’s the Code? (10 min) + Wrap (10 min)</a:t>
            </a:r>
          </a:p>
          <a:p>
            <a:pPr lvl="0" indent="0" marL="0">
              <a:buNone/>
            </a:pPr>
            <a:r>
              <a:rPr/>
              <a:t>Quick group talk: where is code hiding in their day? (traffic lights, video games, the microwave, a talking toy.) The point lands: algorithms are everywhere. Closing circle — each Scout shows one thing her program does.</a:t>
            </a:r>
          </a:p>
          <a:p>
            <a:pPr lvl="0" indent="0" marL="1270000">
              <a:buNone/>
            </a:pPr>
            <a:r>
              <a:rPr sz="2000" b="1"/>
              <a:t>Robot moment (optional):</a:t>
            </a:r>
            <a:r>
              <a:rPr sz="2000"/>
              <a:t> Share for 60 seconds how the team’s robot runs on code too — the same kind of step-by-step instructions, just controlling motors instead of a sprite.</a:t>
            </a:r>
          </a:p>
          <a:p>
            <a:pPr lvl="0" indent="0" marL="0">
              <a:spcBef>
                <a:spcPts val="3000"/>
              </a:spcBef>
              <a:buNone/>
            </a:pPr>
            <a:r>
              <a:rPr b="1"/>
              <a:t>Completion Checklist — Coding Basics</a:t>
            </a:r>
          </a:p>
          <a:p>
            <a:pPr lvl="0" indent="0" marL="0">
              <a:buNone/>
            </a:pPr>
            <a:r>
              <a:rPr/>
              <a:t>By the end of the session, to earn the badge, each Scout can: - [ ] Explain that an algorithm is a list of steps in order - [ ] Put steps in the right sequence and spot a “bug” when they’re wrong - [ ] Create and run a simple program with a sprite that moves or reacts - [ ] Name at least one place code shows up in everyday life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It runs entirely on free browser tools and paper. If you brought a robot, the “robot moment” box is a 60-second add-on — not the main event.</a:t>
            </a:r>
          </a:p>
          <a:p>
            <a:pPr lvl="0"/>
            <a:r>
              <a:rPr b="1"/>
              <a:t>Never touch the Scout’s project.</a:t>
            </a:r>
            <a:r>
              <a:rPr/>
              <a:t> Hands behind your back; guide with questions.</a:t>
            </a:r>
          </a:p>
          <a:p>
            <a:pPr lvl="0"/>
            <a:r>
              <a:rPr b="1"/>
              <a:t>Celebrate bugs out loud</a:t>
            </a:r>
            <a:r>
              <a:rPr/>
              <a:t> — “you found a bug, that’s what real programmers do all day” — every single time.</a:t>
            </a:r>
          </a:p>
          <a:p>
            <a:pPr lvl="0"/>
            <a:r>
              <a:rPr b="1"/>
              <a:t>Keep it small.</a:t>
            </a:r>
            <a:r>
              <a:rPr/>
              <a:t> Brownies succeed when the goal is one sprite, one action. Rein in over-ambition gently.</a:t>
            </a:r>
          </a:p>
          <a:p>
            <a:pPr lvl="0"/>
            <a:r>
              <a:rPr b="1"/>
              <a:t>Watch the clock.</a:t>
            </a:r>
            <a:r>
              <a:rPr/>
              <a:t> Brownies fade after ~25 minutes on one thing; move to the next segment on schedule even if unfinished.</a:t>
            </a:r>
          </a:p>
          <a:p>
            <a:pPr lvl="0"/>
            <a:r>
              <a:rPr b="1"/>
              <a:t>Name the “for good.”</a:t>
            </a:r>
            <a:r>
              <a:rPr/>
              <a:t> Say what problem the coding is solving and for whom. That’s what separates this badge series from generic coding.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2026-08-11T04:43:51Z</dcterms:created>
  <dcterms:modified xsi:type="dcterms:W3CDTF">2026-08-11T04:43:51Z</dcterms:modified>
</cp:coreProperties>
</file>

<file path=docProps/custom.xml><?xml version="1.0" encoding="utf-8"?>
<Properties xmlns="http://schemas.openxmlformats.org/officeDocument/2006/custom-properties" xmlns:vt="http://schemas.openxmlformats.org/officeDocument/2006/docPropsVTypes"/>
</file>