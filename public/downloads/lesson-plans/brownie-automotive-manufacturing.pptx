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Automotive Manufacturing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Automotive Engineering — Automotive Manufacturing </a:t>
            </a:r>
            <a:r>
              <a:rPr b="1"/>
              <a:t>Series:</a:t>
            </a:r>
            <a:r>
              <a:rPr/>
              <a:t> Automotive Engineering (Design · Engineering · Manufacturing)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craft and cardboard supplies the team or troop can provide.</a:t>
            </a:r>
          </a:p>
          <a:p>
            <a:pPr lvl="0" indent="0" marL="1270000">
              <a:buNone/>
            </a:pPr>
            <a:r>
              <a:rPr sz="2000" b="1"/>
              <a:t>Troop Leaders:</a:t>
            </a:r>
            <a:r>
              <a:rPr sz="2000"/>
              <a:t> This curriculum is designed to </a:t>
            </a:r>
            <a:r>
              <a:rPr sz="2000" i="1"/>
              <a:t>align with</a:t>
            </a:r>
            <a:r>
              <a:rPr sz="2000"/>
              <a:t> the Brownie Automotive Engineering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designing for a driver</a:t>
            </a:r>
          </a:p>
        </p:txBody>
      </p:sp>
      <p:sp>
        <p:nvSpPr>
          <p:cNvPr id="3" name="Content Placeholder 2"/>
          <p:cNvSpPr>
            <a:spLocks noGrp="1"/>
          </p:cNvSpPr>
          <p:nvPr>
            <p:ph idx="1"/>
          </p:nvPr>
        </p:nvSpPr>
        <p:spPr/>
        <p:txBody>
          <a:bodyPr/>
          <a:lstStyle/>
          <a:p>
            <a:pPr lvl="0" indent="0" marL="0">
              <a:buNone/>
            </a:pPr>
            <a:r>
              <a:rPr/>
              <a:t>The Automotive series follows a car from idea to road: design it, engineer it to move, then </a:t>
            </a:r>
            <a:r>
              <a:rPr b="1"/>
              <a:t>manufacture</a:t>
            </a:r>
            <a:r>
              <a:rPr/>
              <a:t> it. This final badge asks: once you have one great car, how do you make </a:t>
            </a:r>
            <a:r>
              <a:rPr i="1"/>
              <a:t>hundreds</a:t>
            </a:r>
            <a:r>
              <a:rPr/>
              <a:t> — the same, fast, and well-made?</a:t>
            </a:r>
          </a:p>
          <a:p>
            <a:pPr lvl="0" indent="0" marL="0">
              <a:buNone/>
            </a:pPr>
            <a:r>
              <a:rPr b="1"/>
              <a:t>Vocabulary:</a:t>
            </a:r>
            <a:r>
              <a:rPr/>
              <a:t> manufacture, factory, assembly line, station, teamwork, quality, inspector.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Automotive Manufacturing (75–90 minutes)</a:t>
            </a:r>
          </a:p>
        </p:txBody>
      </p:sp>
      <p:sp>
        <p:nvSpPr>
          <p:cNvPr id="3" name="Content Placeholder 2"/>
          <p:cNvSpPr>
            <a:spLocks noGrp="1"/>
          </p:cNvSpPr>
          <p:nvPr>
            <p:ph idx="1"/>
          </p:nvPr>
        </p:nvSpPr>
        <p:spPr/>
        <p:txBody>
          <a:bodyPr/>
          <a:lstStyle/>
          <a:p>
            <a:pPr lvl="0" indent="0" marL="0">
              <a:buNone/>
            </a:pPr>
            <a:r>
              <a:rPr b="1"/>
              <a:t>Badge theme:</a:t>
            </a:r>
            <a:r>
              <a:rPr/>
              <a:t> Discovering how cars get made — assembly lines, teamwork, and quality — by manufacturing something together, step by step.</a:t>
            </a:r>
          </a:p>
          <a:p>
            <a:pPr lvl="0" indent="0" marL="0">
              <a:spcBef>
                <a:spcPts val="3000"/>
              </a:spcBef>
              <a:buNone/>
            </a:pPr>
            <a:r>
              <a:rPr b="1"/>
              <a:t>Materials</a:t>
            </a:r>
          </a:p>
          <a:p>
            <a:pPr lvl="0"/>
            <a:r>
              <a:rPr/>
              <a:t>Paper-car templates (a simple fold-and-decorate car, identical for everyone)</a:t>
            </a:r>
          </a:p>
          <a:p>
            <a:pPr lvl="0"/>
            <a:r>
              <a:rPr/>
              <a:t>Craft supplies split into stations: fold, add wheels (stickers/stamps), add windows, decorate, inspect</a:t>
            </a:r>
          </a:p>
          <a:p>
            <a:pPr lvl="0"/>
            <a:r>
              <a:rPr/>
              <a:t>Two timers (phone stopwatches are fine); a “quality checklist” card for the inspector</a:t>
            </a:r>
          </a:p>
          <a:p>
            <a:pPr lvl="0" indent="0" marL="0">
              <a:spcBef>
                <a:spcPts val="3000"/>
              </a:spcBef>
              <a:buNone/>
            </a:pPr>
            <a:r>
              <a:rPr b="1"/>
              <a:t>Activity 1 — One Car vs. a Hundred Cars (10 min)</a:t>
            </a:r>
          </a:p>
          <a:p>
            <a:pPr lvl="0" indent="0" marL="0">
              <a:buNone/>
            </a:pPr>
            <a:r>
              <a:rPr/>
              <a:t>It’s one thing to build a single model — but a real car company makes thousands, all alike. How? </a:t>
            </a:r>
            <a:r>
              <a:rPr b="1"/>
              <a:t>The assembly line:</a:t>
            </a:r>
            <a:r>
              <a:rPr/>
              <a:t> instead of one person building a whole car, each person does one job as the car moves past. Henry Ford made this famous.</a:t>
            </a:r>
          </a:p>
          <a:p>
            <a:pPr lvl="0" indent="0" marL="0">
              <a:spcBef>
                <a:spcPts val="3000"/>
              </a:spcBef>
              <a:buNone/>
            </a:pPr>
            <a:r>
              <a:rPr b="1"/>
              <a:t>Activity 2 — Round 1: Everyone Solo (15 min)</a:t>
            </a:r>
          </a:p>
          <a:p>
            <a:pPr lvl="0" indent="0" marL="0">
              <a:buNone/>
            </a:pPr>
            <a:r>
              <a:rPr/>
              <a:t>Each Scout makes one complete paper car by herself, doing every step. Time it. Notice: it’s slow, and the cars come out a little different from each other.</a:t>
            </a:r>
          </a:p>
          <a:p>
            <a:pPr lvl="0" indent="0" marL="0">
              <a:spcBef>
                <a:spcPts val="3000"/>
              </a:spcBef>
              <a:buNone/>
            </a:pPr>
            <a:r>
              <a:rPr b="1"/>
              <a:t>Activity 3 — Round 2: Build the Assembly Line (35 min)</a:t>
            </a:r>
          </a:p>
          <a:p>
            <a:pPr lvl="0" indent="0" marL="0">
              <a:buNone/>
            </a:pPr>
            <a:r>
              <a:rPr/>
              <a:t>Now set up stations — fold, wheels, windows, decorate, </a:t>
            </a:r>
            <a:r>
              <a:rPr b="1"/>
              <a:t>inspect</a:t>
            </a:r>
            <a:r>
              <a:rPr/>
              <a:t> — one Scout (or pair) per station. The cars move down the line; each Scout does only her job, over and over. One Scout is the </a:t>
            </a:r>
            <a:r>
              <a:rPr b="1"/>
              <a:t>quality inspector</a:t>
            </a:r>
            <a:r>
              <a:rPr/>
              <a:t> with a checklist, sending back any car that’s missing a part. Time the line. Compare: faster? more consistent? What happened when a station got backed up?</a:t>
            </a:r>
          </a:p>
          <a:p>
            <a:pPr lvl="0" indent="0" marL="0">
              <a:spcBef>
                <a:spcPts val="3000"/>
              </a:spcBef>
              <a:buNone/>
            </a:pPr>
            <a:r>
              <a:rPr b="1"/>
              <a:t>Activity 4 — Factory Debrief (5 min) + Wrap (5 min)</a:t>
            </a:r>
          </a:p>
          <a:p>
            <a:pPr lvl="0" indent="0" marL="0">
              <a:buNone/>
            </a:pPr>
            <a:r>
              <a:rPr/>
              <a:t>Talk it through: the line made more cars, more alike, faster — but everyone had to work as a team, and one slow station slowed everybody. That’s real manufacturing. Count the finished cars; celebrate the team’s output.</a:t>
            </a:r>
          </a:p>
          <a:p>
            <a:pPr lvl="0" indent="0" marL="1270000">
              <a:buNone/>
            </a:pPr>
            <a:r>
              <a:rPr sz="2000" b="1"/>
              <a:t>Robot moment (optional):</a:t>
            </a:r>
            <a:r>
              <a:rPr sz="2000"/>
              <a:t> Share for 60 seconds how the team divides its build season into roles and stations — programming, building, wiring — so lots of work happens at once, just like a factory line.</a:t>
            </a:r>
          </a:p>
          <a:p>
            <a:pPr lvl="0" indent="0" marL="0">
              <a:spcBef>
                <a:spcPts val="3000"/>
              </a:spcBef>
              <a:buNone/>
            </a:pPr>
            <a:r>
              <a:rPr b="1"/>
              <a:t>Completion Checklist — Automotive Manufacturing</a:t>
            </a:r>
          </a:p>
          <a:p>
            <a:pPr lvl="0" indent="0" marL="0">
              <a:buNone/>
            </a:pPr>
            <a:r>
              <a:rPr/>
              <a:t>By the end of the session, to earn the badge, each Scout can: - [ ] Explain what an assembly line is and why factories use one - [ ] Work one station as part of a manufacturing team - [ ] Compare building solo vs. building on a line (speed and consistency) - [ ] Describe why quality checking matters in manufacturing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Paper cars and stations are the whole activity. The “robot moment” box is optional.</a:t>
            </a:r>
          </a:p>
          <a:p>
            <a:pPr lvl="0"/>
            <a:r>
              <a:rPr b="1"/>
              <a:t>Let the solo round be slow.</a:t>
            </a:r>
            <a:r>
              <a:rPr/>
              <a:t> The contrast is the lesson — don’t rush Round 1.</a:t>
            </a:r>
          </a:p>
          <a:p>
            <a:pPr lvl="0"/>
            <a:r>
              <a:rPr b="1"/>
              <a:t>Engineer a bottleneck on purpose.</a:t>
            </a:r>
            <a:r>
              <a:rPr/>
              <a:t> If the line runs too smoothly, quietly overload one station so Scouts </a:t>
            </a:r>
            <a:r>
              <a:rPr i="1"/>
              <a:t>feel</a:t>
            </a:r>
            <a:r>
              <a:rPr/>
              <a:t> why balance matters, then debrief it.</a:t>
            </a:r>
          </a:p>
          <a:p>
            <a:pPr lvl="0"/>
            <a:r>
              <a:rPr b="1"/>
              <a:t>Rotate the inspector role</a:t>
            </a:r>
            <a:r>
              <a:rPr/>
              <a:t> if time allows, so more than one Scout owns quality.</a:t>
            </a:r>
          </a:p>
          <a:p>
            <a:pPr lvl="0"/>
            <a:r>
              <a:rPr b="1"/>
              <a:t>Celebrate the team total,</a:t>
            </a:r>
            <a:r>
              <a:rPr/>
              <a:t> not individual cars — manufacturing is a group achievement.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Automotive Engineering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2026-08-11T04:43:50Z</dcterms:created>
  <dcterms:modified xsi:type="dcterms:W3CDTF">2026-08-11T04:43:50Z</dcterms:modified>
</cp:coreProperties>
</file>

<file path=docProps/custom.xml><?xml version="1.0" encoding="utf-8"?>
<Properties xmlns="http://schemas.openxmlformats.org/officeDocument/2006/custom-properties" xmlns:vt="http://schemas.openxmlformats.org/officeDocument/2006/docPropsVTypes"/>
</file>