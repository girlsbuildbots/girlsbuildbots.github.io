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Cadette App Development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Cadettes (Grades 6–8) · </a:t>
            </a:r>
            <a:r>
              <a:rPr b="1"/>
              <a:t>Badge:</a:t>
            </a:r>
            <a:r>
              <a:rPr/>
              <a:t> Coding for Good — App Development </a:t>
            </a:r>
            <a:r>
              <a:rPr b="1"/>
              <a:t>Series:</a:t>
            </a:r>
            <a:r>
              <a:rPr/>
              <a:t> Coding for Good (Coding Basics · Digital Game Design · App Development) </a:t>
            </a:r>
            <a:r>
              <a:rPr b="1"/>
              <a:t>Format:</a:t>
            </a:r>
            <a:r>
              <a:rPr/>
              <a:t> One 2-hour session (2.5 with the App Inventor option) · </a:t>
            </a:r>
            <a:r>
              <a:rPr b="1"/>
              <a:t>Ratio:</a:t>
            </a:r>
            <a:r>
              <a:rPr/>
              <a:t> 1 mentor per 5–6 Scouts </a:t>
            </a:r>
            <a:r>
              <a:rPr b="1"/>
              <a:t>Who runs it:</a:t>
            </a:r>
            <a:r>
              <a:rPr/>
              <a:t> A FIRST robotics team (FLL / FTC / FRC) leading the session. A physical robot is a nice bonus but </a:t>
            </a:r>
            <a:r>
              <a:rPr b="1"/>
              <a:t>not required</a:t>
            </a:r>
            <a:r>
              <a:rPr/>
              <a:t> — the core session runs on paper; the optional build uses free MIT App Inventor.</a:t>
            </a:r>
          </a:p>
          <a:p>
            <a:pPr lvl="0" indent="0" marL="1270000">
              <a:buNone/>
            </a:pPr>
            <a:r>
              <a:rPr sz="2000" b="1"/>
              <a:t>Troop Leaders:</a:t>
            </a:r>
            <a:r>
              <a:rPr sz="2000"/>
              <a:t> This curriculum is designed to </a:t>
            </a:r>
            <a:r>
              <a:rPr sz="2000" i="1"/>
              <a:t>align with</a:t>
            </a:r>
            <a:r>
              <a:rPr sz="2000"/>
              <a:t> the Cadette Coding for Good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coding </a:t>
            </a:r>
            <a:r>
              <a:rPr i="1"/>
              <a:t>for good</a:t>
            </a:r>
          </a:p>
        </p:txBody>
      </p:sp>
      <p:sp>
        <p:nvSpPr>
          <p:cNvPr id="3" name="Content Placeholder 2"/>
          <p:cNvSpPr>
            <a:spLocks noGrp="1"/>
          </p:cNvSpPr>
          <p:nvPr>
            <p:ph idx="1"/>
          </p:nvPr>
        </p:nvSpPr>
        <p:spPr/>
        <p:txBody>
          <a:bodyPr/>
          <a:lstStyle/>
          <a:p>
            <a:pPr lvl="0" indent="0" marL="0">
              <a:buNone/>
            </a:pPr>
            <a:r>
              <a:rPr/>
              <a:t>This is the capstone “for good” badge: Cadettes design an app for </a:t>
            </a:r>
            <a:r>
              <a:rPr b="1"/>
              <a:t>social good</a:t>
            </a:r>
            <a:r>
              <a:rPr/>
              <a:t> — a real community problem, a real user, a defensible solution. The standard is professional: user research before design, design before code.</a:t>
            </a:r>
          </a:p>
          <a:p>
            <a:pPr lvl="0" indent="0" marL="0">
              <a:buNone/>
            </a:pPr>
            <a:r>
              <a:rPr b="1"/>
              <a:t>Vocabulary:</a:t>
            </a:r>
            <a:r>
              <a:rPr/>
              <a:t> user research, problem statement, MVP (minimum viable product), wireframe, user flow, prototype, accessibility.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 Development (2 hours; +30 min with App Inventor build)</a:t>
            </a:r>
          </a:p>
        </p:txBody>
      </p:sp>
      <p:sp>
        <p:nvSpPr>
          <p:cNvPr id="3" name="Content Placeholder 2"/>
          <p:cNvSpPr>
            <a:spLocks noGrp="1"/>
          </p:cNvSpPr>
          <p:nvPr>
            <p:ph idx="1"/>
          </p:nvPr>
        </p:nvSpPr>
        <p:spPr/>
        <p:txBody>
          <a:bodyPr/>
          <a:lstStyle/>
          <a:p>
            <a:pPr lvl="0" indent="0" marL="0">
              <a:buNone/>
            </a:pPr>
            <a:r>
              <a:rPr b="1"/>
              <a:t>Badge theme:</a:t>
            </a:r>
            <a:r>
              <a:rPr/>
              <a:t> Planning and prototyping an app for social good — from user needs through interface design.</a:t>
            </a:r>
          </a:p>
          <a:p>
            <a:pPr lvl="0" indent="0" marL="0">
              <a:spcBef>
                <a:spcPts val="3000"/>
              </a:spcBef>
              <a:buNone/>
            </a:pPr>
            <a:r>
              <a:rPr b="1"/>
              <a:t>Materials</a:t>
            </a:r>
          </a:p>
          <a:p>
            <a:pPr lvl="0"/>
            <a:r>
              <a:rPr/>
              <a:t>Paper wireframe templates (phone outlines, 5–6 per team) + sticky notes, markers</a:t>
            </a:r>
          </a:p>
          <a:p>
            <a:pPr lvl="0"/>
            <a:r>
              <a:rPr/>
              <a:t>“Community problem” prompt cards (food-pantry donations coordination; new-student buddy matching; neighborhood tool-lending; elder tech-help scheduling; lost-pet alerts) — or teams bring their own real problem</a:t>
            </a:r>
          </a:p>
          <a:p>
            <a:pPr lvl="0"/>
            <a:r>
              <a:rPr/>
              <a:t>User-interview scripts; mentors prepped to role-play users</a:t>
            </a:r>
          </a:p>
          <a:p>
            <a:pPr lvl="0"/>
            <a:r>
              <a:rPr/>
              <a:t>Optional: laptops with </a:t>
            </a:r>
            <a:r>
              <a:rPr b="1"/>
              <a:t>MIT App Inventor</a:t>
            </a:r>
            <a:r>
              <a:rPr/>
              <a:t> (appinventor.mit.edu) for a working one-screen build</a:t>
            </a:r>
          </a:p>
          <a:p>
            <a:pPr lvl="0" indent="0" marL="0">
              <a:spcBef>
                <a:spcPts val="3000"/>
              </a:spcBef>
              <a:buNone/>
            </a:pPr>
            <a:r>
              <a:rPr b="1"/>
              <a:t>Activity 1 — Apps for Good, Deconstructed (15 min)</a:t>
            </a:r>
          </a:p>
          <a:p>
            <a:pPr lvl="0" indent="0" marL="0">
              <a:buNone/>
            </a:pPr>
            <a:r>
              <a:rPr/>
              <a:t>Examine two apps built for social good (a food-rescue app, a crisis-help finder — describe or screenshot). For each: who’s the user, what problem, and </a:t>
            </a:r>
            <a:r>
              <a:rPr b="1"/>
              <a:t>what’s the smallest thing it does that helps?</a:t>
            </a:r>
            <a:r>
              <a:rPr/>
              <a:t> Introduce the </a:t>
            </a:r>
            <a:r>
              <a:rPr b="1"/>
              <a:t>MVP</a:t>
            </a:r>
            <a:r>
              <a:rPr/>
              <a:t>: real developers ship the minimum that solves the problem, then grow it. Big hearts, small first versions.</a:t>
            </a:r>
          </a:p>
          <a:p>
            <a:pPr lvl="0" indent="0" marL="0">
              <a:spcBef>
                <a:spcPts val="3000"/>
              </a:spcBef>
              <a:buNone/>
            </a:pPr>
            <a:r>
              <a:rPr b="1"/>
              <a:t>Activity 2 — User Research (25 min)</a:t>
            </a:r>
          </a:p>
          <a:p>
            <a:pPr lvl="0" indent="0" marL="0">
              <a:buNone/>
            </a:pPr>
            <a:r>
              <a:rPr/>
              <a:t>Teams of 2–3 pick a community problem (a card, or better, a real one they know). A mentor role-plays the user; teams run a real interview: walk me through the problem, what have you tried, what would “solved” look like? Deliverable: a </a:t>
            </a:r>
            <a:r>
              <a:rPr b="1"/>
              <a:t>problem statement</a:t>
            </a:r>
            <a:r>
              <a:rPr/>
              <a:t> — </a:t>
            </a:r>
            <a:r>
              <a:rPr i="1"/>
              <a:t>[User] needs a way to [goal] because [barrier]</a:t>
            </a:r>
            <a:r>
              <a:rPr/>
              <a:t> — plus the top two must-haves from the user’s own words. Rule: no design talk until research is done.</a:t>
            </a:r>
          </a:p>
          <a:p>
            <a:pPr lvl="0" indent="0" marL="0">
              <a:spcBef>
                <a:spcPts val="3000"/>
              </a:spcBef>
              <a:buNone/>
            </a:pPr>
            <a:r>
              <a:rPr b="1"/>
              <a:t>Activity 3 — User Flow + Wireframes (40 min)</a:t>
            </a:r>
          </a:p>
          <a:p>
            <a:pPr lvl="0" indent="0" marL="0">
              <a:buNone/>
            </a:pPr>
            <a:r>
              <a:rPr/>
              <a:t>Design the MVP on paper: 1. </a:t>
            </a:r>
            <a:r>
              <a:rPr b="1"/>
              <a:t>User flow first:</a:t>
            </a:r>
            <a:r>
              <a:rPr/>
              <a:t> sticky-note map of the user’s path — open app → do the core thing → confirmation. Three to five steps, no more. 2. </a:t>
            </a:r>
            <a:r>
              <a:rPr b="1"/>
              <a:t>Wireframe each step:</a:t>
            </a:r>
            <a:r>
              <a:rPr/>
              <a:t> one paper screen per sticky note. Core action gets the biggest button. 3. </a:t>
            </a:r>
            <a:r>
              <a:rPr b="1"/>
              <a:t>Accessibility pass</a:t>
            </a:r>
            <a:r>
              <a:rPr/>
              <a:t> — new at this level: big-enough touch targets, readable text, does it work for a user who is older, in a hurry, or new to phones? Design for the </a:t>
            </a:r>
            <a:r>
              <a:rPr i="1"/>
              <a:t>whole</a:t>
            </a:r>
            <a:r>
              <a:rPr/>
              <a:t> community. 4. Feature-cut round: anything not serving the problem statement gets removed. Cutting is designing.</a:t>
            </a:r>
          </a:p>
          <a:p>
            <a:pPr lvl="0" indent="0" marL="0">
              <a:spcBef>
                <a:spcPts val="3000"/>
              </a:spcBef>
              <a:buNone/>
            </a:pPr>
            <a:r>
              <a:rPr b="1"/>
              <a:t>Activity 4 — Click Test + Pitch (25 min) + Wrap (15 min)</a:t>
            </a:r>
          </a:p>
          <a:p>
            <a:pPr lvl="0" indent="0" marL="0">
              <a:buNone/>
            </a:pPr>
            <a:r>
              <a:rPr/>
              <a:t>The mentor-user runs a </a:t>
            </a:r>
            <a:r>
              <a:rPr b="1"/>
              <a:t>click test</a:t>
            </a:r>
            <a:r>
              <a:rPr/>
              <a:t> on the paper prototype: they think aloud while “tapping”; the team silently swaps screens and takes notes, then makes one fix. Then each team gives a 90-second pitch: the problem, the user, the MVP, and what they’d build next with more time.</a:t>
            </a:r>
          </a:p>
          <a:p>
            <a:pPr lvl="0" indent="0" marL="0">
              <a:buNone/>
            </a:pPr>
            <a:r>
              <a:rPr b="1"/>
              <a:t>Optional +30 min:</a:t>
            </a:r>
            <a:r>
              <a:rPr/>
              <a:t> in MIT App Inventor, build the welcome screen + core button as a real running app on a phone or emulator — one working screen beats five imagined ones.</a:t>
            </a:r>
          </a:p>
          <a:p>
            <a:pPr lvl="0" indent="0" marL="1270000">
              <a:buNone/>
            </a:pPr>
            <a:r>
              <a:rPr sz="2000" b="1"/>
              <a:t>Robot moment (optional):</a:t>
            </a:r>
            <a:r>
              <a:rPr sz="2000"/>
              <a:t> Share for 60 seconds how the team scopes its robot each season to an MVP — the minimum machine that scores — before adding stretch features. Same discipline, bigger build.</a:t>
            </a:r>
          </a:p>
          <a:p>
            <a:pPr lvl="0" indent="0" marL="0">
              <a:spcBef>
                <a:spcPts val="3000"/>
              </a:spcBef>
              <a:buNone/>
            </a:pPr>
            <a:r>
              <a:rPr b="1"/>
              <a:t>Completion Checklist — App Development</a:t>
            </a:r>
          </a:p>
          <a:p>
            <a:pPr lvl="0" indent="0" marL="0">
              <a:buNone/>
            </a:pPr>
            <a:r>
              <a:rPr/>
              <a:t>By the end of the session, to earn the badge, each Scout can: - [ ] Explain what an MVP is and why developers start there - [ ] Conduct user research and write a problem statement from it - [ ] Design a user flow and wireframes where every screen serves the user - [ ] Run a click test, iterate, and pitch the app’s purpose and next steps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Treat Cadettes as a junior product team.</a:t>
            </a:r>
            <a:r>
              <a:rPr/>
              <a:t> Real roles emerge — researcher, designer, presenter. Let them.</a:t>
            </a:r>
          </a:p>
          <a:p>
            <a:pPr lvl="0"/>
            <a:r>
              <a:rPr b="1"/>
              <a:t>You don’t need a robot for this.</a:t>
            </a:r>
            <a:r>
              <a:rPr/>
              <a:t> The “robot moment” is a 60-second add-on; the optional App Inventor build is the better stretch if you have time.</a:t>
            </a:r>
          </a:p>
          <a:p>
            <a:pPr lvl="0"/>
            <a:r>
              <a:rPr b="1"/>
              <a:t>Play a demanding user.</a:t>
            </a:r>
            <a:r>
              <a:rPr/>
              <a:t> Have opinions, get confused, contradict yourself slightly — real users do.</a:t>
            </a:r>
          </a:p>
          <a:p>
            <a:pPr lvl="0"/>
            <a:r>
              <a:rPr b="1"/>
              <a:t>Enforce research-before-design.</a:t>
            </a:r>
            <a:r>
              <a:rPr/>
              <a:t> Teams that sketch during interviews get gently sent back to listening.</a:t>
            </a:r>
          </a:p>
          <a:p>
            <a:pPr lvl="0"/>
            <a:r>
              <a:rPr b="1"/>
              <a:t>The accessibility pass is non-negotiable.</a:t>
            </a:r>
            <a:r>
              <a:rPr/>
              <a:t> It’s the “for good” made concrete: an app that excludes users isn’t solving the community’s problem.</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Cadette Coding for Good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2026-08-11T04:43:54Z</dcterms:created>
  <dcterms:modified xsi:type="dcterms:W3CDTF">2026-08-11T04:43:54Z</dcterms:modified>
</cp:coreProperties>
</file>

<file path=docProps/custom.xml><?xml version="1.0" encoding="utf-8"?>
<Properties xmlns="http://schemas.openxmlformats.org/officeDocument/2006/custom-properties" xmlns:vt="http://schemas.openxmlformats.org/officeDocument/2006/docPropsVTypes"/>
</file>