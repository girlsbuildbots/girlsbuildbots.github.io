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Digital Game Design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Coding for Good — Digital Game Design </a:t>
            </a:r>
            <a:r>
              <a:rPr b="1"/>
              <a:t>Series:</a:t>
            </a:r>
            <a:r>
              <a:rPr/>
              <a:t> Coding for Good (Coding Basics · Digital Game Design · App Development) </a:t>
            </a:r>
            <a:r>
              <a:rPr b="1"/>
              <a:t>Format:</a:t>
            </a:r>
            <a:r>
              <a:rPr/>
              <a:t> One 2-hour session · </a:t>
            </a:r>
            <a:r>
              <a:rPr b="1"/>
              <a:t>Ratio:</a:t>
            </a:r>
            <a:r>
              <a:rPr/>
              <a:t> 1 mentor per 5–6 Scouts </a:t>
            </a:r>
            <a:r>
              <a:rPr b="1"/>
              <a:t>Who runs it:</a:t>
            </a:r>
            <a:r>
              <a:rPr/>
              <a:t> A FIRST robotics team (FLL / FTC / FRC) leading the session. A physical robot is a nice bonus but </a:t>
            </a:r>
            <a:r>
              <a:rPr b="1"/>
              <a:t>not required</a:t>
            </a:r>
            <a:r>
              <a:rPr/>
              <a:t> — every activity runs on free browser tools.</a:t>
            </a:r>
          </a:p>
          <a:p>
            <a:pPr lvl="0" indent="0" marL="1270000">
              <a:buNone/>
            </a:pPr>
            <a:r>
              <a:rPr sz="2000" b="1"/>
              <a:t>Troop Leaders:</a:t>
            </a:r>
            <a:r>
              <a:rPr sz="2000"/>
              <a:t> This curriculum is designed to </a:t>
            </a:r>
            <a:r>
              <a:rPr sz="2000" i="1"/>
              <a:t>align with</a:t>
            </a:r>
            <a:r>
              <a:rPr sz="2000"/>
              <a:t> the Cadette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Cadettes can handle the designer’s real responsibility: games shape how players feel. Mechanics create emotions — tension, mastery, delight — and good designers wield that deliberately and ethically (fun without manipulation).</a:t>
            </a:r>
          </a:p>
          <a:p>
            <a:pPr lvl="0" indent="0" marL="0">
              <a:buNone/>
            </a:pPr>
            <a:r>
              <a:rPr b="1"/>
              <a:t>Vocabulary:</a:t>
            </a:r>
            <a:r>
              <a:rPr/>
              <a:t> mechanic, dynamic, difficulty curve, game feel, balance, playtest protocol, iteration, scope.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Digital Game Design (2 hours)</a:t>
            </a:r>
          </a:p>
        </p:txBody>
      </p:sp>
      <p:sp>
        <p:nvSpPr>
          <p:cNvPr id="3" name="Content Placeholder 2"/>
          <p:cNvSpPr>
            <a:spLocks noGrp="1"/>
          </p:cNvSpPr>
          <p:nvPr>
            <p:ph idx="1"/>
          </p:nvPr>
        </p:nvSpPr>
        <p:spPr/>
        <p:txBody>
          <a:bodyPr/>
          <a:lstStyle/>
          <a:p>
            <a:pPr lvl="0" indent="0" marL="0">
              <a:buNone/>
            </a:pPr>
            <a:r>
              <a:rPr b="1"/>
              <a:t>Badge theme:</a:t>
            </a:r>
            <a:r>
              <a:rPr/>
              <a:t> Designing and prototyping a digital game with real mechanics, structured playtesting, and iteration.</a:t>
            </a:r>
          </a:p>
          <a:p>
            <a:pPr lvl="0" indent="0" marL="0">
              <a:spcBef>
                <a:spcPts val="3000"/>
              </a:spcBef>
              <a:buNone/>
            </a:pPr>
            <a:r>
              <a:rPr b="1"/>
              <a:t>Materials</a:t>
            </a:r>
          </a:p>
          <a:p>
            <a:pPr lvl="0"/>
            <a:r>
              <a:rPr/>
              <a:t>Laptops with </a:t>
            </a:r>
            <a:r>
              <a:rPr b="1"/>
              <a:t>MakeCode Arcade</a:t>
            </a:r>
            <a:r>
              <a:rPr/>
              <a:t> (arcade.makecode.com)</a:t>
            </a:r>
          </a:p>
          <a:p>
            <a:pPr lvl="0"/>
            <a:r>
              <a:rPr/>
              <a:t>Design doc template: Core mechanic / Goal / Fail state / Difficulty curve / Intended feeling</a:t>
            </a:r>
          </a:p>
          <a:p>
            <a:pPr lvl="0"/>
            <a:r>
              <a:rPr/>
              <a:t>Playtest protocol sheets (observation half + interview half)</a:t>
            </a:r>
          </a:p>
          <a:p>
            <a:pPr lvl="0"/>
            <a:r>
              <a:rPr/>
              <a:t>Projector; sticky notes</a:t>
            </a:r>
          </a:p>
          <a:p>
            <a:pPr lvl="0" indent="0" marL="0">
              <a:spcBef>
                <a:spcPts val="3000"/>
              </a:spcBef>
              <a:buNone/>
            </a:pPr>
            <a:r>
              <a:rPr b="1"/>
              <a:t>Activity 1 — Mechanics Make Feelings (20 min)</a:t>
            </a:r>
          </a:p>
          <a:p>
            <a:pPr lvl="0" indent="0" marL="0">
              <a:buNone/>
            </a:pPr>
            <a:r>
              <a:rPr/>
              <a:t>Analyze how designers engineer emotion: a countdown timer creates </a:t>
            </a:r>
            <a:r>
              <a:rPr i="1"/>
              <a:t>tension</a:t>
            </a:r>
            <a:r>
              <a:rPr/>
              <a:t>; a growing combo counter creates </a:t>
            </a:r>
            <a:r>
              <a:rPr i="1"/>
              <a:t>mastery</a:t>
            </a:r>
            <a:r>
              <a:rPr/>
              <a:t>; a near-miss creates </a:t>
            </a:r>
            <a:r>
              <a:rPr i="1"/>
              <a:t>“one more try.”</a:t>
            </a:r>
            <a:r>
              <a:rPr/>
              <a:t> Pick a game the room knows and dissect: what’s its </a:t>
            </a:r>
            <a:r>
              <a:rPr b="1"/>
              <a:t>core mechanic</a:t>
            </a:r>
            <a:r>
              <a:rPr/>
              <a:t>, and what feeling does it manufacture? Add the ethics beat Cadettes are ready for: the same tools can be used to respect players or to hook them unfairly — designing </a:t>
            </a:r>
            <a:r>
              <a:rPr i="1"/>
              <a:t>for good</a:t>
            </a:r>
            <a:r>
              <a:rPr/>
              <a:t> means fun that leaves players glad they played.</a:t>
            </a:r>
          </a:p>
          <a:p>
            <a:pPr lvl="0" indent="0" marL="0">
              <a:spcBef>
                <a:spcPts val="3000"/>
              </a:spcBef>
              <a:buNone/>
            </a:pPr>
            <a:r>
              <a:rPr b="1"/>
              <a:t>Activity 2 — Design Doc with a Difficulty Curve (20 min)</a:t>
            </a:r>
          </a:p>
          <a:p>
            <a:pPr lvl="0" indent="0" marL="0">
              <a:buNone/>
            </a:pPr>
            <a:r>
              <a:rPr/>
              <a:t>Each Scout (or pair) writes a one-page design doc: one core mechanic, a goal, a </a:t>
            </a:r>
            <a:r>
              <a:rPr b="1"/>
              <a:t>fail state</a:t>
            </a:r>
            <a:r>
              <a:rPr/>
              <a:t>, the intended feeling, and — new at this level — a sketched </a:t>
            </a:r>
            <a:r>
              <a:rPr b="1"/>
              <a:t>difficulty curve</a:t>
            </a:r>
            <a:r>
              <a:rPr/>
              <a:t> (how does minute three get harder than minute one? faster enemies? shorter timer? more obstacles?). Scope rule: one mechanic, executed well, beats four executed poorly.</a:t>
            </a:r>
          </a:p>
          <a:p>
            <a:pPr lvl="0" indent="0" marL="0">
              <a:spcBef>
                <a:spcPts val="3000"/>
              </a:spcBef>
              <a:buNone/>
            </a:pPr>
            <a:r>
              <a:rPr b="1"/>
              <a:t>Activity 3 — Build the Prototype (50 min)</a:t>
            </a:r>
          </a:p>
          <a:p>
            <a:pPr lvl="0" indent="0" marL="0">
              <a:buNone/>
            </a:pPr>
            <a:r>
              <a:rPr/>
              <a:t>Build in MakeCode Arcade to each doc: 1. Core loop: player, objective, fail state 2. Score + win/lose conditions 3. </a:t>
            </a:r>
            <a:r>
              <a:rPr b="1"/>
              <a:t>The difficulty curve, implemented</a:t>
            </a:r>
            <a:r>
              <a:rPr/>
              <a:t> — a variable that ramps speed, spawn rate, or time pressure as score climbs 4. Game feel pass: add sound effects and a screen shake or flash on key events — tiny touches, huge difference 5. Stretch: a title screen and a “play again” flow</a:t>
            </a:r>
          </a:p>
          <a:p>
            <a:pPr lvl="0" indent="0" marL="0">
              <a:spcBef>
                <a:spcPts val="3000"/>
              </a:spcBef>
              <a:buNone/>
            </a:pPr>
            <a:r>
              <a:rPr b="1"/>
              <a:t>Activity 4 — Structured Playtest + Iterate (20 min) + Wrap (10 min)</a:t>
            </a:r>
          </a:p>
          <a:p>
            <a:pPr lvl="0" indent="0" marL="0">
              <a:buNone/>
            </a:pPr>
            <a:r>
              <a:rPr/>
              <a:t>Run a real </a:t>
            </a:r>
            <a:r>
              <a:rPr b="1"/>
              <a:t>playtest protocol</a:t>
            </a:r>
            <a:r>
              <a:rPr/>
              <a:t>, not just a swap: the designer silently </a:t>
            </a:r>
            <a:r>
              <a:rPr i="1"/>
              <a:t>observes</a:t>
            </a:r>
            <a:r>
              <a:rPr/>
              <a:t> a tester play for two minutes (where do they struggle? smile? quit?), then asks three interview questions (What was the goal? What frustrated you? What would you change?). Notes go on the protocol sheet; designer implements </a:t>
            </a:r>
            <a:r>
              <a:rPr b="1"/>
              <a:t>one change</a:t>
            </a:r>
            <a:r>
              <a:rPr/>
              <a:t> from the data. Closing: each designer names the observation that surprised them most — that surprise is why studios playtest.</a:t>
            </a:r>
          </a:p>
          <a:p>
            <a:pPr lvl="0" indent="0" marL="1270000">
              <a:buNone/>
            </a:pPr>
            <a:r>
              <a:rPr sz="2000" b="1"/>
              <a:t>Robot moment (optional):</a:t>
            </a:r>
            <a:r>
              <a:rPr sz="2000"/>
              <a:t> Share for 60 seconds how the team dissects each season’s new competition game — mechanics, scoring, fail states — before designing a robot to win it. Same analysis, 120-pound game piece.</a:t>
            </a:r>
          </a:p>
          <a:p>
            <a:pPr lvl="0" indent="0" marL="0">
              <a:spcBef>
                <a:spcPts val="3000"/>
              </a:spcBef>
              <a:buNone/>
            </a:pPr>
            <a:r>
              <a:rPr b="1"/>
              <a:t>Completion Checklist — Digital Game Design</a:t>
            </a:r>
          </a:p>
          <a:p>
            <a:pPr lvl="0" indent="0" marL="0">
              <a:buNone/>
            </a:pPr>
            <a:r>
              <a:rPr/>
              <a:t>By the end of the session, to earn the badge, each Scout can: - [ ] Explain how a game mechanic creates a specific player feeling - [ ] Write a design doc with a core mechanic, fail state, and difficulty curve - [ ] Build a playable prototype implementing that difficulty curve - [ ] Run a structured playtest and iterate based on observed data</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Treat Cadettes as junior designers.</a:t>
            </a:r>
            <a:r>
              <a:rPr/>
              <a:t> Use the real vocabulary; they’ll rise to it.</a:t>
            </a:r>
          </a:p>
          <a:p>
            <a:pPr lvl="0"/>
            <a:r>
              <a:rPr b="1"/>
              <a:t>You don’t need a robot for this.</a:t>
            </a:r>
            <a:r>
              <a:rPr/>
              <a:t> The “robot moment” is a 60-second add-on.</a:t>
            </a:r>
          </a:p>
          <a:p>
            <a:pPr lvl="0"/>
            <a:r>
              <a:rPr b="1"/>
              <a:t>Guard scope like a producer.</a:t>
            </a:r>
            <a:r>
              <a:rPr/>
              <a:t> One mechanic, polished. Every cut feature is a win — say so.</a:t>
            </a:r>
          </a:p>
          <a:p>
            <a:pPr lvl="0"/>
            <a:r>
              <a:rPr b="1"/>
              <a:t>Teach silent observation.</a:t>
            </a:r>
            <a:r>
              <a:rPr/>
              <a:t> Designers ache to explain their game mid-test; coach them to watch instead. What testers </a:t>
            </a:r>
            <a:r>
              <a:rPr i="1"/>
              <a:t>do</a:t>
            </a:r>
            <a:r>
              <a:rPr/>
              <a:t> outranks what they </a:t>
            </a:r>
            <a:r>
              <a:rPr i="1"/>
              <a:t>say</a:t>
            </a:r>
            <a:r>
              <a:rPr/>
              <a:t>.</a:t>
            </a:r>
          </a:p>
          <a:p>
            <a:pPr lvl="0"/>
            <a:r>
              <a:rPr b="1"/>
              <a:t>Praise the game-feel pass.</a:t>
            </a:r>
            <a:r>
              <a:rPr/>
              <a:t> The sound-and-shake polish minute is where prototypes start feeling like real games — let them enjoy 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2026-08-11T04:43:57Z</dcterms:created>
  <dcterms:modified xsi:type="dcterms:W3CDTF">2026-08-11T04:43:57Z</dcterms:modified>
</cp:coreProperties>
</file>

<file path=docProps/custom.xml><?xml version="1.0" encoding="utf-8"?>
<Properties xmlns="http://schemas.openxmlformats.org/officeDocument/2006/custom-properties" xmlns:vt="http://schemas.openxmlformats.org/officeDocument/2006/docPropsVTypes"/>
</file>