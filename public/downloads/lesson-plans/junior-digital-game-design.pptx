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Junior Digital Game Design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Juniors (Grades 4–5) · </a:t>
            </a:r>
            <a:r>
              <a:rPr b="1"/>
              <a:t>Badge:</a:t>
            </a:r>
            <a:r>
              <a:rPr/>
              <a:t> Coding for Good — Digital Game Design </a:t>
            </a:r>
            <a:r>
              <a:rPr b="1"/>
              <a:t>Series:</a:t>
            </a:r>
            <a:r>
              <a:rPr/>
              <a:t> Coding for Good (Coding Basics · Digital Game Design · App Development) </a:t>
            </a:r>
            <a:r>
              <a:rPr b="1"/>
              <a:t>Format:</a:t>
            </a:r>
            <a:r>
              <a:rPr/>
              <a:t> One 90–120 minute session · </a:t>
            </a:r>
            <a:r>
              <a:rPr b="1"/>
              <a:t>Ratio:</a:t>
            </a:r>
            <a:r>
              <a:rPr/>
              <a:t> 1 mentor per 4–5 Scouts </a:t>
            </a:r>
            <a:r>
              <a:rPr b="1"/>
              <a:t>Who runs it:</a:t>
            </a:r>
            <a:r>
              <a:rPr/>
              <a:t> A FIRST robotics team (FLL / FTC / FRC) leading the session. A physical robot is a nice bonus but </a:t>
            </a:r>
            <a:r>
              <a:rPr b="1"/>
              <a:t>not required</a:t>
            </a:r>
            <a:r>
              <a:rPr/>
              <a:t> — every activity runs on free browser tools the team or troop can provide.</a:t>
            </a:r>
          </a:p>
          <a:p>
            <a:pPr lvl="0" indent="0" marL="1270000">
              <a:buNone/>
            </a:pPr>
            <a:r>
              <a:rPr sz="2000" b="1"/>
              <a:t>Troop Leaders:</a:t>
            </a:r>
            <a:r>
              <a:rPr sz="2000"/>
              <a:t> This curriculum is designed to </a:t>
            </a:r>
            <a:r>
              <a:rPr sz="2000" i="1"/>
              <a:t>align with</a:t>
            </a:r>
            <a:r>
              <a:rPr sz="2000"/>
              <a:t> the Junior Coding for Good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coding </a:t>
            </a:r>
            <a:r>
              <a:rPr i="1"/>
              <a:t>for good</a:t>
            </a:r>
          </a:p>
        </p:txBody>
      </p:sp>
      <p:sp>
        <p:nvSpPr>
          <p:cNvPr id="3" name="Content Placeholder 2"/>
          <p:cNvSpPr>
            <a:spLocks noGrp="1"/>
          </p:cNvSpPr>
          <p:nvPr>
            <p:ph idx="1"/>
          </p:nvPr>
        </p:nvSpPr>
        <p:spPr/>
        <p:txBody>
          <a:bodyPr/>
          <a:lstStyle/>
          <a:p>
            <a:pPr lvl="0" indent="0" marL="0">
              <a:buNone/>
            </a:pPr>
            <a:r>
              <a:rPr/>
              <a:t>Games are built </a:t>
            </a:r>
            <a:r>
              <a:rPr i="1"/>
              <a:t>for players</a:t>
            </a:r>
            <a:r>
              <a:rPr/>
              <a:t>. A good designer thinks about who plays, whether it’s fair, and whether it’s fun for everyone — positive gaming is the “for good” of this badge.</a:t>
            </a:r>
          </a:p>
          <a:p>
            <a:pPr lvl="0" indent="0" marL="0">
              <a:buNone/>
            </a:pPr>
            <a:r>
              <a:rPr b="1"/>
              <a:t>Vocabulary:</a:t>
            </a:r>
            <a:r>
              <a:rPr/>
              <a:t> mechanic, rule, goal, win condition, difficulty, playtest, iterate, positive gaming.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Digital Game Design (90–120 minutes)</a:t>
            </a:r>
          </a:p>
        </p:txBody>
      </p:sp>
      <p:sp>
        <p:nvSpPr>
          <p:cNvPr id="3" name="Content Placeholder 2"/>
          <p:cNvSpPr>
            <a:spLocks noGrp="1"/>
          </p:cNvSpPr>
          <p:nvPr>
            <p:ph idx="1"/>
          </p:nvPr>
        </p:nvSpPr>
        <p:spPr/>
        <p:txBody>
          <a:bodyPr/>
          <a:lstStyle/>
          <a:p>
            <a:pPr lvl="0" indent="0" marL="0">
              <a:buNone/>
            </a:pPr>
            <a:r>
              <a:rPr b="1"/>
              <a:t>Badge theme:</a:t>
            </a:r>
            <a:r>
              <a:rPr/>
              <a:t> Designing a playable digital game — mechanics, rules, goals — and improving it through playtesting.</a:t>
            </a:r>
          </a:p>
          <a:p>
            <a:pPr lvl="0" indent="0" marL="0">
              <a:spcBef>
                <a:spcPts val="3000"/>
              </a:spcBef>
              <a:buNone/>
            </a:pPr>
            <a:r>
              <a:rPr b="1"/>
              <a:t>Materials</a:t>
            </a:r>
          </a:p>
          <a:p>
            <a:pPr lvl="0"/>
            <a:r>
              <a:rPr/>
              <a:t>Laptops with </a:t>
            </a:r>
            <a:r>
              <a:rPr b="1"/>
              <a:t>MakeCode Arcade</a:t>
            </a:r>
            <a:r>
              <a:rPr/>
              <a:t> (arcade.makecode.com)</a:t>
            </a:r>
          </a:p>
          <a:p>
            <a:pPr lvl="0"/>
            <a:r>
              <a:rPr/>
              <a:t>Game design doc (one page): Goal / Rules / Win condition / What makes it fun / Who it’s for</a:t>
            </a:r>
          </a:p>
          <a:p>
            <a:pPr lvl="0"/>
            <a:r>
              <a:rPr/>
              <a:t>Projector for live coding; sticky notes for playtest feedback</a:t>
            </a:r>
          </a:p>
          <a:p>
            <a:pPr lvl="0" indent="0" marL="0">
              <a:spcBef>
                <a:spcPts val="3000"/>
              </a:spcBef>
              <a:buNone/>
            </a:pPr>
            <a:r>
              <a:rPr b="1"/>
              <a:t>Activity 1 — Dissect a Game Like a Designer (15 min)</a:t>
            </a:r>
          </a:p>
          <a:p>
            <a:pPr lvl="0" indent="0" marL="0">
              <a:buNone/>
            </a:pPr>
            <a:r>
              <a:rPr/>
              <a:t>Pick a game everyone knows. Break it into designer parts: the </a:t>
            </a:r>
            <a:r>
              <a:rPr b="1"/>
              <a:t>goal</a:t>
            </a:r>
            <a:r>
              <a:rPr/>
              <a:t>, the </a:t>
            </a:r>
            <a:r>
              <a:rPr b="1"/>
              <a:t>rules</a:t>
            </a:r>
            <a:r>
              <a:rPr/>
              <a:t>, the </a:t>
            </a:r>
            <a:r>
              <a:rPr b="1"/>
              <a:t>win condition</a:t>
            </a:r>
            <a:r>
              <a:rPr/>
              <a:t>, and the </a:t>
            </a:r>
            <a:r>
              <a:rPr b="1"/>
              <a:t>difficulty curve</a:t>
            </a:r>
            <a:r>
              <a:rPr/>
              <a:t> (does it get harder as you go?). Add one more question designers ask: is it </a:t>
            </a:r>
            <a:r>
              <a:rPr i="1"/>
              <a:t>fair and fun for every player</a:t>
            </a:r>
            <a:r>
              <a:rPr/>
              <a:t>? That’s positive gaming.</a:t>
            </a:r>
          </a:p>
          <a:p>
            <a:pPr lvl="0" indent="0" marL="0">
              <a:spcBef>
                <a:spcPts val="3000"/>
              </a:spcBef>
              <a:buNone/>
            </a:pPr>
            <a:r>
              <a:rPr b="1"/>
              <a:t>Activity 2 — Write the Design Doc (15 min)</a:t>
            </a:r>
          </a:p>
          <a:p>
            <a:pPr lvl="0" indent="0" marL="0">
              <a:buNone/>
            </a:pPr>
            <a:r>
              <a:rPr/>
              <a:t>Every real studio starts with a design document. Each Scout fills a one-pager for her game: goal, rules, win condition, what makes it fun, and who it’s for. Mentors enforce scope: one goal, one enemy or obstacle, one way to win.</a:t>
            </a:r>
          </a:p>
          <a:p>
            <a:pPr lvl="0" indent="0" marL="0">
              <a:spcBef>
                <a:spcPts val="3000"/>
              </a:spcBef>
              <a:buNone/>
            </a:pPr>
            <a:r>
              <a:rPr b="1"/>
              <a:t>Activity 3 — Build the Game (55 min)</a:t>
            </a:r>
          </a:p>
          <a:p>
            <a:pPr lvl="0" indent="0" marL="0">
              <a:buNone/>
            </a:pPr>
            <a:r>
              <a:rPr/>
              <a:t>Progressive build in MakeCode Arcade: 1. Player sprite with arrow-key movement 2. Collectible with a score counter 3. </a:t>
            </a:r>
            <a:r>
              <a:rPr b="1"/>
              <a:t>Win condition</a:t>
            </a:r>
            <a:r>
              <a:rPr/>
              <a:t> — reach the target score, show “YOU WIN” 4. </a:t>
            </a:r>
            <a:r>
              <a:rPr b="1"/>
              <a:t>Challenge element</a:t>
            </a:r>
            <a:r>
              <a:rPr/>
              <a:t> — an enemy that chases, or a countdown timer 5. Stretch: a second level or increasing speed (the difficulty curve!)</a:t>
            </a:r>
          </a:p>
          <a:p>
            <a:pPr lvl="0" indent="0" marL="0">
              <a:buNone/>
            </a:pPr>
            <a:r>
              <a:rPr/>
              <a:t>Scouts implement </a:t>
            </a:r>
            <a:r>
              <a:rPr i="1"/>
              <a:t>their</a:t>
            </a:r>
            <a:r>
              <a:rPr/>
              <a:t> design doc, not a fixed clone — mentors help translate each Scout’s idea into the same core blocks.</a:t>
            </a:r>
          </a:p>
          <a:p>
            <a:pPr lvl="0" indent="0" marL="0">
              <a:spcBef>
                <a:spcPts val="3000"/>
              </a:spcBef>
              <a:buNone/>
            </a:pPr>
            <a:r>
              <a:rPr b="1"/>
              <a:t>Activity 4 — Structured Playtest (15 min) + Wrap (10 min)</a:t>
            </a:r>
          </a:p>
          <a:p>
            <a:pPr lvl="0" indent="0" marL="0">
              <a:buNone/>
            </a:pPr>
            <a:r>
              <a:rPr/>
              <a:t>Swap seats. Testers play for two minutes, then leave two sticky notes: one ⭐ (what’s fun) and one 💡 (one change that would make it better). Designers make </a:t>
            </a:r>
            <a:r>
              <a:rPr b="1"/>
              <a:t>one improvement</a:t>
            </a:r>
            <a:r>
              <a:rPr/>
              <a:t> based on feedback — that’s iteration, the most important habit in game design. Closing: who changed their game after feedback? (Everyone should.)</a:t>
            </a:r>
          </a:p>
          <a:p>
            <a:pPr lvl="0" indent="0" marL="1270000">
              <a:buNone/>
            </a:pPr>
            <a:r>
              <a:rPr sz="2000" b="1"/>
              <a:t>Robot moment (optional):</a:t>
            </a:r>
            <a:r>
              <a:rPr sz="2000"/>
              <a:t> Share for 60 seconds how a brand-new competition game drops every season and the team’s first job is exactly this analysis — goals, rules, win conditions, strategy.</a:t>
            </a:r>
          </a:p>
          <a:p>
            <a:pPr lvl="0" indent="0" marL="0">
              <a:spcBef>
                <a:spcPts val="3000"/>
              </a:spcBef>
              <a:buNone/>
            </a:pPr>
            <a:r>
              <a:rPr b="1"/>
              <a:t>Completion Checklist — Digital Game Design</a:t>
            </a:r>
          </a:p>
          <a:p>
            <a:pPr lvl="0" indent="0" marL="0">
              <a:buNone/>
            </a:pPr>
            <a:r>
              <a:rPr/>
              <a:t>By the end of the session, to earn the badge, each Scout can: - [ ] Break a game into its designer parts: goal, rules, win condition, difficulty - [ ] Write a one-page design doc before building - [ ] Build a playable game with a win condition and a challenge element - [ ] Run a playtest and improve her game based on feedback</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The “robot moment” box is a 60-second add-on.</a:t>
            </a:r>
          </a:p>
          <a:p>
            <a:pPr lvl="0"/>
            <a:r>
              <a:rPr b="1"/>
              <a:t>Design doc first, always.</a:t>
            </a:r>
            <a:r>
              <a:rPr/>
              <a:t> No screens until the one-pager is done — it’s the difference between designing and doodling.</a:t>
            </a:r>
          </a:p>
          <a:p>
            <a:pPr lvl="0"/>
            <a:r>
              <a:rPr b="1"/>
              <a:t>Protect scope ruthlessly but kindly.</a:t>
            </a:r>
            <a:r>
              <a:rPr/>
              <a:t> Juniors will pitch five-level epics; help them ship one great level instead.</a:t>
            </a:r>
          </a:p>
          <a:p>
            <a:pPr lvl="0"/>
            <a:r>
              <a:rPr b="1"/>
              <a:t>Feedback is a gift — teach the format.</a:t>
            </a:r>
            <a:r>
              <a:rPr/>
              <a:t> One star, one wish, always both. Model receiving feedback gracefully yourself.</a:t>
            </a:r>
          </a:p>
          <a:p>
            <a:pPr lvl="0"/>
            <a:r>
              <a:rPr b="1"/>
              <a:t>Name positive gaming.</a:t>
            </a:r>
            <a:r>
              <a:rPr/>
              <a:t> Fun for </a:t>
            </a:r>
            <a:r>
              <a:rPr i="1"/>
              <a:t>every</a:t>
            </a:r>
            <a:r>
              <a:rPr/>
              <a:t> player, fair rules, no meanness — say it out loud when praising designs.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Junior Coding for Good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2026-08-11T04:44:02Z</dcterms:created>
  <dcterms:modified xsi:type="dcterms:W3CDTF">2026-08-11T04:44:02Z</dcterms:modified>
</cp:coreProperties>
</file>

<file path=docProps/custom.xml><?xml version="1.0" encoding="utf-8"?>
<Properties xmlns="http://schemas.openxmlformats.org/officeDocument/2006/custom-properties" xmlns:vt="http://schemas.openxmlformats.org/officeDocument/2006/docPropsVTypes"/>
</file>