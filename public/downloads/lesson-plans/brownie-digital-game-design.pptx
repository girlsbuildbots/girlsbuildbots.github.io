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Digital Game Design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Coding for Good — Digital Game Design </a:t>
            </a:r>
            <a:r>
              <a:rPr b="1"/>
              <a:t>Series:</a:t>
            </a:r>
            <a:r>
              <a:rPr/>
              <a:t> Coding for Good (Coding Basics · Digital Game Design · App Development)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free browser tools and craft supplies the team or troop can provide.</a:t>
            </a:r>
          </a:p>
          <a:p>
            <a:pPr lvl="0" indent="0" marL="1270000">
              <a:buNone/>
            </a:pPr>
            <a:r>
              <a:rPr sz="2000" b="1"/>
              <a:t>Troop Leaders:</a:t>
            </a:r>
            <a:r>
              <a:rPr sz="2000"/>
              <a:t> This curriculum is designed to </a:t>
            </a:r>
            <a:r>
              <a:rPr sz="2000" i="1"/>
              <a:t>align with</a:t>
            </a:r>
            <a:r>
              <a:rPr sz="2000"/>
              <a:t> the Brownie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Every badge in this series ties coding to helping people. Brownies should leave believing that code isn’t just for games — it’s a tool they can use to make something better for someone else. Mentors: name this out loud. “We’re not just coding — we’re making something fun and fair for a real player.”</a:t>
            </a:r>
          </a:p>
          <a:p>
            <a:pPr lvl="0" indent="0" marL="0">
              <a:buNone/>
            </a:pPr>
            <a:r>
              <a:rPr b="1"/>
              <a:t>Vocabulary:</a:t>
            </a:r>
            <a:r>
              <a:rPr/>
              <a:t> code, game, goal, rule, sprite, score, playtest, bug, debug.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Game Design (75–90 minutes)</a:t>
            </a:r>
          </a:p>
        </p:txBody>
      </p:sp>
      <p:sp>
        <p:nvSpPr>
          <p:cNvPr id="3" name="Content Placeholder 2"/>
          <p:cNvSpPr>
            <a:spLocks noGrp="1"/>
          </p:cNvSpPr>
          <p:nvPr>
            <p:ph idx="1"/>
          </p:nvPr>
        </p:nvSpPr>
        <p:spPr/>
        <p:txBody>
          <a:bodyPr/>
          <a:lstStyle/>
          <a:p>
            <a:pPr lvl="0" indent="0" marL="0">
              <a:buNone/>
            </a:pPr>
            <a:r>
              <a:rPr b="1"/>
              <a:t>Badge theme:</a:t>
            </a:r>
            <a:r>
              <a:rPr/>
              <a:t> Learning how digital games are designed — goals, rules, and fairness — and planning and building a simple game.</a:t>
            </a:r>
          </a:p>
          <a:p>
            <a:pPr lvl="0" indent="0" marL="0">
              <a:spcBef>
                <a:spcPts val="3000"/>
              </a:spcBef>
              <a:buNone/>
            </a:pPr>
            <a:r>
              <a:rPr b="1"/>
              <a:t>Materials</a:t>
            </a:r>
          </a:p>
          <a:p>
            <a:pPr lvl="0"/>
            <a:r>
              <a:rPr/>
              <a:t>Laptops/tablets with </a:t>
            </a:r>
            <a:r>
              <a:rPr b="1"/>
              <a:t>MakeCode Arcade</a:t>
            </a:r>
            <a:r>
              <a:rPr/>
              <a:t> (arcade.makecode.com) or </a:t>
            </a:r>
            <a:r>
              <a:rPr b="1"/>
              <a:t>Scratch</a:t>
            </a:r>
            <a:r>
              <a:rPr/>
              <a:t> (scratch.mit.edu)</a:t>
            </a:r>
          </a:p>
          <a:p>
            <a:pPr lvl="0"/>
            <a:r>
              <a:rPr/>
              <a:t>“Game recipe” planning sheet: My game’s goal / How you win / What makes it fun</a:t>
            </a:r>
          </a:p>
          <a:p>
            <a:pPr lvl="0"/>
            <a:r>
              <a:rPr/>
              <a:t>A familiar playground or board game to dissect as a group</a:t>
            </a:r>
          </a:p>
          <a:p>
            <a:pPr lvl="0" indent="0" marL="0">
              <a:spcBef>
                <a:spcPts val="3000"/>
              </a:spcBef>
              <a:buNone/>
            </a:pPr>
            <a:r>
              <a:rPr b="1"/>
              <a:t>Activity 1 — What Makes a Game a Game? (15 min)</a:t>
            </a:r>
          </a:p>
          <a:p>
            <a:pPr lvl="0" indent="0" marL="0">
              <a:buNone/>
            </a:pPr>
            <a:r>
              <a:rPr/>
              <a:t>Take apart a game everyone knows (tag, tic-tac-toe). Find its </a:t>
            </a:r>
            <a:r>
              <a:rPr b="1"/>
              <a:t>goal</a:t>
            </a:r>
            <a:r>
              <a:rPr/>
              <a:t>, its </a:t>
            </a:r>
            <a:r>
              <a:rPr b="1"/>
              <a:t>rules</a:t>
            </a:r>
            <a:r>
              <a:rPr/>
              <a:t>, and what makes it </a:t>
            </a:r>
            <a:r>
              <a:rPr b="1"/>
              <a:t>fair and fun</a:t>
            </a:r>
            <a:r>
              <a:rPr/>
              <a:t>. List them on the board — these are the same pieces every video game designer starts with.</a:t>
            </a:r>
          </a:p>
          <a:p>
            <a:pPr lvl="0" indent="0" marL="0">
              <a:spcBef>
                <a:spcPts val="3000"/>
              </a:spcBef>
              <a:buNone/>
            </a:pPr>
            <a:r>
              <a:rPr b="1"/>
              <a:t>Activity 2 — Design On Paper First (15 min)</a:t>
            </a:r>
          </a:p>
          <a:p>
            <a:pPr lvl="0" indent="0" marL="0">
              <a:buNone/>
            </a:pPr>
            <a:r>
              <a:rPr/>
              <a:t>Before touching a screen, each Scout fills a “game recipe” sheet: what’s the goal, how do you win, what makes it fun? Designers always plan before they build. Mentors help each Scout keep it </a:t>
            </a:r>
            <a:r>
              <a:rPr i="1"/>
              <a:t>small</a:t>
            </a:r>
            <a:r>
              <a:rPr/>
              <a:t> — one goal, one way to win.</a:t>
            </a:r>
          </a:p>
          <a:p>
            <a:pPr lvl="0" indent="0" marL="0">
              <a:spcBef>
                <a:spcPts val="3000"/>
              </a:spcBef>
              <a:buNone/>
            </a:pPr>
            <a:r>
              <a:rPr b="1"/>
              <a:t>Activity 3 — Build a Collector Game (40 min)</a:t>
            </a:r>
          </a:p>
          <a:p>
            <a:pPr lvl="0" indent="0" marL="0">
              <a:buNone/>
            </a:pPr>
            <a:r>
              <a:rPr/>
              <a:t>Mentor-led progressive build in MakeCode Arcade: - A player sprite that moves with the arrow keys - A “good thing” to collect (a star, an apple) - A score that goes up when you collect it - A win message when the score hits a target - Fast finishers: add a sound, or a “bad thing” to avoid</a:t>
            </a:r>
          </a:p>
          <a:p>
            <a:pPr lvl="0" indent="0" marL="0">
              <a:buNone/>
            </a:pPr>
            <a:r>
              <a:rPr/>
              <a:t>Because there’s a clear collect-and-score loop, every Scout finishes with a game she can actually play.</a:t>
            </a:r>
          </a:p>
          <a:p>
            <a:pPr lvl="0" indent="0" marL="0">
              <a:spcBef>
                <a:spcPts val="3000"/>
              </a:spcBef>
              <a:buNone/>
            </a:pPr>
            <a:r>
              <a:rPr b="1"/>
              <a:t>Activity 4 — Playtest Swap (10 min) + Wrap (5 min)</a:t>
            </a:r>
          </a:p>
          <a:p>
            <a:pPr lvl="0" indent="0" marL="0">
              <a:buNone/>
            </a:pPr>
            <a:r>
              <a:rPr/>
              <a:t>Scouts swap seats and play a neighbor’s game. One kind thing they liked, one idea to make it better (“two stars and a wish,” Brownie-sized). </a:t>
            </a:r>
            <a:r>
              <a:rPr b="1"/>
              <a:t>Playtesting</a:t>
            </a:r>
            <a:r>
              <a:rPr/>
              <a:t> is a real game-design job. Closing: hands up if your game changed after someone played it.</a:t>
            </a:r>
          </a:p>
          <a:p>
            <a:pPr lvl="0" indent="0" marL="1270000">
              <a:buNone/>
            </a:pPr>
            <a:r>
              <a:rPr sz="2000" b="1"/>
              <a:t>Robot moment (optional):</a:t>
            </a:r>
            <a:r>
              <a:rPr sz="2000"/>
              <a:t> Share for 60 seconds how a brand-new game is invented for robotics competitions every single year — the team designs strategy around fresh rules, exactly like designing a game.</a:t>
            </a:r>
          </a:p>
          <a:p>
            <a:pPr lvl="0" indent="0" marL="0">
              <a:spcBef>
                <a:spcPts val="3000"/>
              </a:spcBef>
              <a:buNone/>
            </a:pPr>
            <a:r>
              <a:rPr b="1"/>
              <a:t>Completion Checklist — Digital Game Design</a:t>
            </a:r>
          </a:p>
          <a:p>
            <a:pPr lvl="0" indent="0" marL="0">
              <a:buNone/>
            </a:pPr>
            <a:r>
              <a:rPr/>
              <a:t>By the end of the session, to earn the badge, each Scout can: - [ ] Name the parts of a game: goal, rules, and what makes it fair/fun - [ ] Plan a simple game on paper before building it - [ ] Build a playable game with a goal and a way to win - [ ] Improve her game after someone else playtests it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It runs entirely on free browser tools and paper. If you brought a robot, the “robot moment” box is a 60-second add-on — not the main event.</a:t>
            </a:r>
          </a:p>
          <a:p>
            <a:pPr lvl="0"/>
            <a:r>
              <a:rPr b="1"/>
              <a:t>Never touch the Scout’s project.</a:t>
            </a:r>
            <a:r>
              <a:rPr/>
              <a:t> Hands behind your back; guide with questions.</a:t>
            </a:r>
          </a:p>
          <a:p>
            <a:pPr lvl="0"/>
            <a:r>
              <a:rPr b="1"/>
              <a:t>Celebrate bugs out loud</a:t>
            </a:r>
            <a:r>
              <a:rPr/>
              <a:t> — “you found a bug, that’s what real programmers do all day” — every single time.</a:t>
            </a:r>
          </a:p>
          <a:p>
            <a:pPr lvl="0"/>
            <a:r>
              <a:rPr b="1"/>
              <a:t>Keep it small.</a:t>
            </a:r>
            <a:r>
              <a:rPr/>
              <a:t> Brownies succeed when the game is one goal and one way to win. Rein in over-ambition gently.</a:t>
            </a:r>
          </a:p>
          <a:p>
            <a:pPr lvl="0"/>
            <a:r>
              <a:rPr b="1"/>
              <a:t>Watch the clock.</a:t>
            </a:r>
            <a:r>
              <a:rPr/>
              <a:t> Brownies fade after ~25 minutes on one thing; move to the next segment on schedule even if unfinished.</a:t>
            </a:r>
          </a:p>
          <a:p>
            <a:pPr lvl="0"/>
            <a:r>
              <a:rPr b="1"/>
              <a:t>Name the “for good.”</a:t>
            </a:r>
            <a:r>
              <a:rPr/>
              <a:t> A good game is fair and fun </a:t>
            </a:r>
            <a:r>
              <a:rPr i="1"/>
              <a:t>for the player</a:t>
            </a:r>
            <a:r>
              <a:rPr/>
              <a:t> — that’s designing with someone else in mind.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2026-08-11T04:43:53Z</dcterms:created>
  <dcterms:modified xsi:type="dcterms:W3CDTF">2026-08-11T04:43:53Z</dcterms:modified>
</cp:coreProperties>
</file>

<file path=docProps/custom.xml><?xml version="1.0" encoding="utf-8"?>
<Properties xmlns="http://schemas.openxmlformats.org/officeDocument/2006/custom-properties" xmlns:vt="http://schemas.openxmlformats.org/officeDocument/2006/docPropsVTypes"/>
</file>