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App Development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Brownies (Grades 2–3) · </a:t>
            </a:r>
            <a:r>
              <a:rPr b="1"/>
              <a:t>Badge:</a:t>
            </a:r>
            <a:r>
              <a:rPr/>
              <a:t> Coding for Good — App Development </a:t>
            </a:r>
            <a:r>
              <a:rPr b="1"/>
              <a:t>Series:</a:t>
            </a:r>
            <a:r>
              <a:rPr/>
              <a:t> Coding for Good (Coding Basics · Digital Game Design · App Development) </a:t>
            </a:r>
            <a:r>
              <a:rPr b="1"/>
              <a:t>Format:</a:t>
            </a:r>
            <a:r>
              <a:rPr/>
              <a:t> One 75–90 minute session · </a:t>
            </a:r>
            <a:r>
              <a:rPr b="1"/>
              <a:t>Ratio:</a:t>
            </a:r>
            <a:r>
              <a:rPr/>
              <a:t> 1 mentor per 3–4 Scouts </a:t>
            </a:r>
            <a:r>
              <a:rPr b="1"/>
              <a:t>Who runs it:</a:t>
            </a:r>
            <a:r>
              <a:rPr/>
              <a:t> A FIRST robotics team (FLL / FTC / FRC) leading the session. A physical robot is a nice bonus but </a:t>
            </a:r>
            <a:r>
              <a:rPr b="1"/>
              <a:t>not required</a:t>
            </a:r>
            <a:r>
              <a:rPr/>
              <a:t> — every activity runs on free browser tools and craft supplies the team or troop can provide.</a:t>
            </a:r>
          </a:p>
          <a:p>
            <a:pPr lvl="0" indent="0" marL="1270000">
              <a:buNone/>
            </a:pPr>
            <a:r>
              <a:rPr sz="2000" b="1"/>
              <a:t>Troop Leaders:</a:t>
            </a:r>
            <a:r>
              <a:rPr sz="2000"/>
              <a:t> This curriculum is designed to </a:t>
            </a:r>
            <a:r>
              <a:rPr sz="2000" i="1"/>
              <a:t>align with</a:t>
            </a:r>
            <a:r>
              <a:rPr sz="2000"/>
              <a:t> the Brownie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Every badge in this series ties coding to helping people. Brownies should leave believing that code isn’t just for games — it’s a tool they can use to make something better for someone else. Mentors: name this out loud. “We’re not just coding — we’re solving a problem for a real person.”</a:t>
            </a:r>
          </a:p>
          <a:p>
            <a:pPr lvl="0" indent="0" marL="0">
              <a:buNone/>
            </a:pPr>
            <a:r>
              <a:rPr b="1"/>
              <a:t>Vocabulary:</a:t>
            </a:r>
            <a:r>
              <a:rPr/>
              <a:t> app, user, problem, design, prototype, screen, button.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 Development (75–90 minutes)</a:t>
            </a:r>
          </a:p>
        </p:txBody>
      </p:sp>
      <p:sp>
        <p:nvSpPr>
          <p:cNvPr id="3" name="Content Placeholder 2"/>
          <p:cNvSpPr>
            <a:spLocks noGrp="1"/>
          </p:cNvSpPr>
          <p:nvPr>
            <p:ph idx="1"/>
          </p:nvPr>
        </p:nvSpPr>
        <p:spPr/>
        <p:txBody>
          <a:bodyPr/>
          <a:lstStyle/>
          <a:p>
            <a:pPr lvl="0" indent="0" marL="0">
              <a:buNone/>
            </a:pPr>
            <a:r>
              <a:rPr b="1"/>
              <a:t>Badge theme:</a:t>
            </a:r>
            <a:r>
              <a:rPr/>
              <a:t> Exploring how apps solve problems for people, and designing an app that helps her community.</a:t>
            </a:r>
          </a:p>
          <a:p>
            <a:pPr lvl="0" indent="0" marL="0">
              <a:spcBef>
                <a:spcPts val="3000"/>
              </a:spcBef>
              <a:buNone/>
            </a:pPr>
            <a:r>
              <a:rPr b="1"/>
              <a:t>Materials</a:t>
            </a:r>
          </a:p>
          <a:p>
            <a:pPr lvl="0"/>
            <a:r>
              <a:rPr/>
              <a:t>“App design” paper templates (blank phone outlines — 3 screens per Scout)</a:t>
            </a:r>
          </a:p>
          <a:p>
            <a:pPr lvl="0"/>
            <a:r>
              <a:rPr/>
              <a:t>Markers, sticky notes, scissors</a:t>
            </a:r>
          </a:p>
          <a:p>
            <a:pPr lvl="0"/>
            <a:r>
              <a:rPr/>
              <a:t>Optional: tablets to show 2–3 real helper-apps (weather, maps, a timer)</a:t>
            </a:r>
          </a:p>
          <a:p>
            <a:pPr lvl="0" indent="0" marL="0">
              <a:spcBef>
                <a:spcPts val="3000"/>
              </a:spcBef>
              <a:buNone/>
            </a:pPr>
            <a:r>
              <a:rPr b="1"/>
              <a:t>Activity 1 — Apps Are Problem-Solvers (15 min)</a:t>
            </a:r>
          </a:p>
          <a:p>
            <a:pPr lvl="0" indent="0" marL="0">
              <a:buNone/>
            </a:pPr>
            <a:r>
              <a:rPr/>
              <a:t>Look at a few apps the Scouts know. For each, ask the key question: </a:t>
            </a:r>
            <a:r>
              <a:rPr b="1"/>
              <a:t>whose problem does this solve?</a:t>
            </a:r>
            <a:r>
              <a:rPr/>
              <a:t> A weather app helps you know what to wear; a maps app helps you not get lost. Apps aren’t magic — someone noticed a problem and built a fix. This is the “for good” heart of the badge.</a:t>
            </a:r>
          </a:p>
          <a:p>
            <a:pPr lvl="0" indent="0" marL="0">
              <a:spcBef>
                <a:spcPts val="3000"/>
              </a:spcBef>
              <a:buNone/>
            </a:pPr>
            <a:r>
              <a:rPr b="1"/>
              <a:t>Activity 2 — Find a Problem Worth Solving (15 min)</a:t>
            </a:r>
          </a:p>
          <a:p>
            <a:pPr lvl="0" indent="0" marL="0">
              <a:buNone/>
            </a:pPr>
            <a:r>
              <a:rPr/>
              <a:t>Brainstorm: what’s a problem in their school, troop, home, or neighborhood? (Remembering to water class plants, finding lost library books, knowing when the bus comes.) No idea is too small. Each Scout picks </a:t>
            </a:r>
            <a:r>
              <a:rPr b="1"/>
              <a:t>one</a:t>
            </a:r>
            <a:r>
              <a:rPr/>
              <a:t> problem her app will solve.</a:t>
            </a:r>
          </a:p>
          <a:p>
            <a:pPr lvl="0" indent="0" marL="0">
              <a:spcBef>
                <a:spcPts val="3000"/>
              </a:spcBef>
              <a:buNone/>
            </a:pPr>
            <a:r>
              <a:rPr b="1"/>
              <a:t>Activity 3 — Design Your App on Paper (40 min)</a:t>
            </a:r>
          </a:p>
          <a:p>
            <a:pPr lvl="0" indent="0" marL="0">
              <a:buNone/>
            </a:pPr>
            <a:r>
              <a:rPr/>
              <a:t>Using the phone-outline templates, Scouts design a </a:t>
            </a:r>
            <a:r>
              <a:rPr b="1"/>
              <a:t>paper prototype</a:t>
            </a:r>
            <a:r>
              <a:rPr/>
              <a:t> — the real way app designers start: - </a:t>
            </a:r>
            <a:r>
              <a:rPr b="1"/>
              <a:t>Screen 1:</a:t>
            </a:r>
            <a:r>
              <a:rPr/>
              <a:t> the welcome screen (app name + what it does) - </a:t>
            </a:r>
            <a:r>
              <a:rPr b="1"/>
              <a:t>Screen 2:</a:t>
            </a:r>
            <a:r>
              <a:rPr/>
              <a:t> the main screen (the buttons that solve the problem) - </a:t>
            </a:r>
            <a:r>
              <a:rPr b="1"/>
              <a:t>Screen 3:</a:t>
            </a:r>
            <a:r>
              <a:rPr/>
              <a:t> what happens when you tap the main button</a:t>
            </a:r>
          </a:p>
          <a:p>
            <a:pPr lvl="0" indent="0" marL="0">
              <a:buNone/>
            </a:pPr>
            <a:r>
              <a:rPr/>
              <a:t>Mentors circulate asking: “What happens when someone taps here?” Paper apps don’t need to work — they need to show the </a:t>
            </a:r>
            <a:r>
              <a:rPr i="1"/>
              <a:t>idea</a:t>
            </a:r>
            <a:r>
              <a:rPr/>
              <a:t>.</a:t>
            </a:r>
          </a:p>
          <a:p>
            <a:pPr lvl="0" indent="0" marL="0">
              <a:spcBef>
                <a:spcPts val="3000"/>
              </a:spcBef>
              <a:buNone/>
            </a:pPr>
            <a:r>
              <a:rPr b="1"/>
              <a:t>Activity 4 — “Click Test” &amp; Share (10 min) + Wrap (5 min)</a:t>
            </a:r>
          </a:p>
          <a:p>
            <a:pPr lvl="0" indent="0" marL="0">
              <a:buNone/>
            </a:pPr>
            <a:r>
              <a:rPr/>
              <a:t>In pairs, one Scout “uses” the other’s paper app by pointing at buttons while the designer swaps the screens by hand — a real technique called a click-through test. Closing circle: each Scout names her app and the problem it solves in one sentence.</a:t>
            </a:r>
          </a:p>
          <a:p>
            <a:pPr lvl="0" indent="0" marL="1270000">
              <a:buNone/>
            </a:pPr>
            <a:r>
              <a:rPr sz="2000" b="1"/>
              <a:t>Robot moment (optional):</a:t>
            </a:r>
            <a:r>
              <a:rPr sz="2000"/>
              <a:t> Share for 60 seconds how the team decides what the robot’s control app needs before they build it — same “who needs this, what does it do” thinking.</a:t>
            </a:r>
          </a:p>
          <a:p>
            <a:pPr lvl="0" indent="0" marL="0">
              <a:spcBef>
                <a:spcPts val="3000"/>
              </a:spcBef>
              <a:buNone/>
            </a:pPr>
            <a:r>
              <a:rPr b="1"/>
              <a:t>Completion Checklist — App Development</a:t>
            </a:r>
          </a:p>
          <a:p>
            <a:pPr lvl="0" indent="0" marL="0">
              <a:buNone/>
            </a:pPr>
            <a:r>
              <a:rPr/>
              <a:t>By the end of the session, to earn the badge, each Scout can: - [ ] Explain that apps are built to solve problems for people - [ ] Name a real problem in her community an app could help with - [ ] Design a multi-screen paper prototype of her app - [ ] Show how her app works with a “click test” and describe who it helps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It runs entirely on paper and markers. If you brought a robot, the “robot moment” box is a 60-second add-on — not the main event.</a:t>
            </a:r>
          </a:p>
          <a:p>
            <a:pPr lvl="0"/>
            <a:r>
              <a:rPr b="1"/>
              <a:t>Never solve it for her.</a:t>
            </a:r>
            <a:r>
              <a:rPr/>
              <a:t> Guide with questions (“what would help the person using this?”).</a:t>
            </a:r>
          </a:p>
          <a:p>
            <a:pPr lvl="0"/>
            <a:r>
              <a:rPr b="1"/>
              <a:t>Every idea is welcome.</a:t>
            </a:r>
            <a:r>
              <a:rPr/>
              <a:t> No problem is too small for a first app; celebrate the noticing.</a:t>
            </a:r>
          </a:p>
          <a:p>
            <a:pPr lvl="0"/>
            <a:r>
              <a:rPr b="1"/>
              <a:t>Keep it small.</a:t>
            </a:r>
            <a:r>
              <a:rPr/>
              <a:t> Three screens, one problem. Rein in over-ambition gently.</a:t>
            </a:r>
          </a:p>
          <a:p>
            <a:pPr lvl="0"/>
            <a:r>
              <a:rPr b="1"/>
              <a:t>Watch the clock.</a:t>
            </a:r>
            <a:r>
              <a:rPr/>
              <a:t> Brownies fade after ~25 minutes on one thing; move to the next segment on schedule even if unfinished.</a:t>
            </a:r>
          </a:p>
          <a:p>
            <a:pPr lvl="0"/>
            <a:r>
              <a:rPr b="1"/>
              <a:t>Name the “for good.”</a:t>
            </a:r>
            <a:r>
              <a:rPr/>
              <a:t> The whole badge is about solving a real person’s problem — say whose problem, out loud, often.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Brownie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2026-08-11T04:43:48Z</dcterms:created>
  <dcterms:modified xsi:type="dcterms:W3CDTF">2026-08-11T04:43:48Z</dcterms:modified>
</cp:coreProperties>
</file>

<file path=docProps/custom.xml><?xml version="1.0" encoding="utf-8"?>
<Properties xmlns="http://schemas.openxmlformats.org/officeDocument/2006/custom-properties" xmlns:vt="http://schemas.openxmlformats.org/officeDocument/2006/docPropsVTypes"/>
</file>