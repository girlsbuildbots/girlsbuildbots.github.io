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Junior App Development</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Badge-aligned workshop guide for robotics-team-led outreach</a:t>
            </a:r>
          </a:p>
          <a:p>
            <a:pPr lvl="0" indent="0" marL="0">
              <a:buNone/>
            </a:pPr>
            <a:r>
              <a:rPr b="1"/>
              <a:t>Level:</a:t>
            </a:r>
            <a:r>
              <a:rPr/>
              <a:t> Juniors (Grades 4–5) · </a:t>
            </a:r>
            <a:r>
              <a:rPr b="1"/>
              <a:t>Badge:</a:t>
            </a:r>
            <a:r>
              <a:rPr/>
              <a:t> Coding for Good — App Development </a:t>
            </a:r>
            <a:r>
              <a:rPr b="1"/>
              <a:t>Series:</a:t>
            </a:r>
            <a:r>
              <a:rPr/>
              <a:t> Coding for Good (Coding Basics · Digital Game Design · App Development) </a:t>
            </a:r>
            <a:r>
              <a:rPr b="1"/>
              <a:t>Format:</a:t>
            </a:r>
            <a:r>
              <a:rPr/>
              <a:t> One 90–120 minute session · </a:t>
            </a:r>
            <a:r>
              <a:rPr b="1"/>
              <a:t>Ratio:</a:t>
            </a:r>
            <a:r>
              <a:rPr/>
              <a:t> 1 mentor per 4–5 Scouts </a:t>
            </a:r>
            <a:r>
              <a:rPr b="1"/>
              <a:t>Who runs it:</a:t>
            </a:r>
            <a:r>
              <a:rPr/>
              <a:t> A FIRST robotics team (FLL / FTC / FRC) leading the session. A physical robot is a nice bonus but </a:t>
            </a:r>
            <a:r>
              <a:rPr b="1"/>
              <a:t>not required</a:t>
            </a:r>
            <a:r>
              <a:rPr/>
              <a:t> — every activity runs on paper templates and (optionally) free browser tools.</a:t>
            </a:r>
          </a:p>
          <a:p>
            <a:pPr lvl="0" indent="0" marL="1270000">
              <a:buNone/>
            </a:pPr>
            <a:r>
              <a:rPr sz="2000" b="1"/>
              <a:t>Troop Leaders:</a:t>
            </a:r>
            <a:r>
              <a:rPr sz="2000"/>
              <a:t> This curriculum is designed to </a:t>
            </a:r>
            <a:r>
              <a:rPr sz="2000" i="1"/>
              <a:t>align with</a:t>
            </a:r>
            <a:r>
              <a:rPr sz="2000"/>
              <a:t> the Junior Coding for Good badge series. Official badge requirements are in your Girl Scout Volunteer Toolkit (VTK). Verify completed activities against the official steps before awarding badges. Badges are purchased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through-line: coding </a:t>
            </a:r>
            <a:r>
              <a:rPr i="1"/>
              <a:t>for good</a:t>
            </a:r>
          </a:p>
        </p:txBody>
      </p:sp>
      <p:sp>
        <p:nvSpPr>
          <p:cNvPr id="3" name="Content Placeholder 2"/>
          <p:cNvSpPr>
            <a:spLocks noGrp="1"/>
          </p:cNvSpPr>
          <p:nvPr>
            <p:ph idx="1"/>
          </p:nvPr>
        </p:nvSpPr>
        <p:spPr/>
        <p:txBody>
          <a:bodyPr/>
          <a:lstStyle/>
          <a:p>
            <a:pPr lvl="0" indent="0" marL="0">
              <a:buNone/>
            </a:pPr>
            <a:r>
              <a:rPr/>
              <a:t>App developers start with a </a:t>
            </a:r>
            <a:r>
              <a:rPr b="1"/>
              <a:t>user</a:t>
            </a:r>
            <a:r>
              <a:rPr/>
              <a:t> and their problem — never with the code. This badge is the purest “for good” of the series: find someone’s real problem, design the fix.</a:t>
            </a:r>
          </a:p>
          <a:p>
            <a:pPr lvl="0" indent="0" marL="0">
              <a:buNone/>
            </a:pPr>
            <a:r>
              <a:rPr b="1"/>
              <a:t>Vocabulary:</a:t>
            </a:r>
            <a:r>
              <a:rPr/>
              <a:t> user, problem statement, feature, interface, prototype, wireframe, click test, feedback.</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 Development (90–120 minutes)</a:t>
            </a:r>
          </a:p>
        </p:txBody>
      </p:sp>
      <p:sp>
        <p:nvSpPr>
          <p:cNvPr id="3" name="Content Placeholder 2"/>
          <p:cNvSpPr>
            <a:spLocks noGrp="1"/>
          </p:cNvSpPr>
          <p:nvPr>
            <p:ph idx="1"/>
          </p:nvPr>
        </p:nvSpPr>
        <p:spPr/>
        <p:txBody>
          <a:bodyPr/>
          <a:lstStyle/>
          <a:p>
            <a:pPr lvl="0" indent="0" marL="0">
              <a:buNone/>
            </a:pPr>
            <a:r>
              <a:rPr b="1"/>
              <a:t>Badge theme:</a:t>
            </a:r>
            <a:r>
              <a:rPr/>
              <a:t> Learning how app developers go from a user’s problem to an app design that solves it.</a:t>
            </a:r>
          </a:p>
          <a:p>
            <a:pPr lvl="0" indent="0" marL="0">
              <a:spcBef>
                <a:spcPts val="3000"/>
              </a:spcBef>
              <a:buNone/>
            </a:pPr>
            <a:r>
              <a:rPr b="1"/>
              <a:t>Materials</a:t>
            </a:r>
          </a:p>
          <a:p>
            <a:pPr lvl="0"/>
            <a:r>
              <a:rPr/>
              <a:t>Paper wireframe templates (phone outlines, 4–5 screens per team)</a:t>
            </a:r>
          </a:p>
          <a:p>
            <a:pPr lvl="0"/>
            <a:r>
              <a:rPr/>
              <a:t>Sticky notes, markers, scissors</a:t>
            </a:r>
          </a:p>
          <a:p>
            <a:pPr lvl="0"/>
            <a:r>
              <a:rPr/>
              <a:t>“User cards” for interviews (a busy teacher, a grandparent who forgets medicine times, a kid who loses library books, a coach organizing rides)</a:t>
            </a:r>
          </a:p>
          <a:p>
            <a:pPr lvl="0"/>
            <a:r>
              <a:rPr/>
              <a:t>Optional: tablets/laptops to examine 2–3 real apps’ design choices</a:t>
            </a:r>
          </a:p>
          <a:p>
            <a:pPr lvl="0" indent="0" marL="0">
              <a:spcBef>
                <a:spcPts val="3000"/>
              </a:spcBef>
              <a:buNone/>
            </a:pPr>
            <a:r>
              <a:rPr b="1"/>
              <a:t>Activity 1 — Reverse-Engineer an App (15 min)</a:t>
            </a:r>
          </a:p>
          <a:p>
            <a:pPr lvl="0" indent="0" marL="0">
              <a:buNone/>
            </a:pPr>
            <a:r>
              <a:rPr/>
              <a:t>Open (or screenshot) a familiar app. Designer questions: </a:t>
            </a:r>
            <a:r>
              <a:rPr b="1"/>
              <a:t>Who is the user? What problem does it solve? What’s the very first thing you see, and why?</a:t>
            </a:r>
            <a:r>
              <a:rPr/>
              <a:t> Notice deliberate choices — big buttons for important actions, the main thing front and center. Apps are </a:t>
            </a:r>
            <a:r>
              <a:rPr i="1"/>
              <a:t>designed</a:t>
            </a:r>
            <a:r>
              <a:rPr/>
              <a:t>, not accidental.</a:t>
            </a:r>
          </a:p>
          <a:p>
            <a:pPr lvl="0" indent="0" marL="0">
              <a:spcBef>
                <a:spcPts val="3000"/>
              </a:spcBef>
              <a:buNone/>
            </a:pPr>
            <a:r>
              <a:rPr b="1"/>
              <a:t>Activity 2 — Interview Your User (20 min)</a:t>
            </a:r>
          </a:p>
          <a:p>
            <a:pPr lvl="0" indent="0" marL="0">
              <a:buNone/>
            </a:pPr>
            <a:r>
              <a:rPr/>
              <a:t>Teams of 2–3 draw a </a:t>
            </a:r>
            <a:r>
              <a:rPr b="1"/>
              <a:t>user card</a:t>
            </a:r>
            <a:r>
              <a:rPr/>
              <a:t>. A mentor role-plays that user; Scouts interview them: “Walk me through your day. When does the problem happen? What have you tried?” Teams write a </a:t>
            </a:r>
            <a:r>
              <a:rPr b="1"/>
              <a:t>problem statement</a:t>
            </a:r>
            <a:r>
              <a:rPr/>
              <a:t>: </a:t>
            </a:r>
            <a:r>
              <a:rPr i="1"/>
              <a:t>[User] needs a way to [goal] because [barrier].</a:t>
            </a:r>
            <a:r>
              <a:rPr/>
              <a:t> Developers who skip this step build apps nobody needs.</a:t>
            </a:r>
          </a:p>
          <a:p>
            <a:pPr lvl="0" indent="0" marL="0">
              <a:spcBef>
                <a:spcPts val="3000"/>
              </a:spcBef>
              <a:buNone/>
            </a:pPr>
            <a:r>
              <a:rPr b="1"/>
              <a:t>Activity 3 — Wireframe the App (40 min)</a:t>
            </a:r>
          </a:p>
          <a:p>
            <a:pPr lvl="0" indent="0" marL="0">
              <a:buNone/>
            </a:pPr>
            <a:r>
              <a:rPr/>
              <a:t>Teams design a paper prototype (a </a:t>
            </a:r>
            <a:r>
              <a:rPr b="1"/>
              <a:t>wireframe</a:t>
            </a:r>
            <a:r>
              <a:rPr/>
              <a:t>) of 4–5 screens: - Welcome screen (name + what it does, in the user’s words) - Main screen (the one button that solves the core problem — make it big!) - What happens after the tap (the payoff screen) - One extra feature screen — </a:t>
            </a:r>
            <a:r>
              <a:rPr i="1"/>
              <a:t>only if the user interview justifies it</a:t>
            </a:r>
          </a:p>
          <a:p>
            <a:pPr lvl="0" indent="0" marL="0">
              <a:buNone/>
            </a:pPr>
            <a:r>
              <a:rPr/>
              <a:t>Mentors circulate with the developer’s question: “Which screen solves the problem statement?” If a screen doesn’t serve the user, cut it — real developers cut features constantly.</a:t>
            </a:r>
          </a:p>
          <a:p>
            <a:pPr lvl="0" indent="0" marL="0">
              <a:spcBef>
                <a:spcPts val="3000"/>
              </a:spcBef>
              <a:buNone/>
            </a:pPr>
            <a:r>
              <a:rPr b="1"/>
              <a:t>Activity 4 — Click Test with the User (15 min) + Wrap (10 min)</a:t>
            </a:r>
          </a:p>
          <a:p>
            <a:pPr lvl="0" indent="0" marL="0">
              <a:buNone/>
            </a:pPr>
            <a:r>
              <a:rPr/>
              <a:t>The mentor-user returns. Teams run a </a:t>
            </a:r>
            <a:r>
              <a:rPr b="1"/>
              <a:t>click test</a:t>
            </a:r>
            <a:r>
              <a:rPr/>
              <a:t>: the user “taps” paper buttons; the team swaps screens by hand. Does the user get their problem solved in three taps or fewer? Teams make one fix based on what confused the user. Closing: each team presents their app in one sentence — “</a:t>
            </a:r>
            <a:r>
              <a:rPr i="1"/>
              <a:t>[App name]</a:t>
            </a:r>
            <a:r>
              <a:rPr/>
              <a:t> helps </a:t>
            </a:r>
            <a:r>
              <a:rPr i="1"/>
              <a:t>[user]</a:t>
            </a:r>
            <a:r>
              <a:rPr/>
              <a:t> to </a:t>
            </a:r>
            <a:r>
              <a:rPr i="1"/>
              <a:t>[solve problem]</a:t>
            </a:r>
            <a:r>
              <a:rPr/>
              <a:t>.”</a:t>
            </a:r>
          </a:p>
          <a:p>
            <a:pPr lvl="0" indent="0" marL="1270000">
              <a:buNone/>
            </a:pPr>
            <a:r>
              <a:rPr sz="2000" b="1"/>
              <a:t>Robot moment (optional):</a:t>
            </a:r>
            <a:r>
              <a:rPr sz="2000"/>
              <a:t> Share for 60 seconds how the team decides what its driver dashboard needs — the driver is the user, and the interface shows exactly what matters mid-match, nothing more.</a:t>
            </a:r>
          </a:p>
          <a:p>
            <a:pPr lvl="0" indent="0" marL="0">
              <a:spcBef>
                <a:spcPts val="3000"/>
              </a:spcBef>
              <a:buNone/>
            </a:pPr>
            <a:r>
              <a:rPr b="1"/>
              <a:t>Completion Checklist — App Development</a:t>
            </a:r>
          </a:p>
          <a:p>
            <a:pPr lvl="0" indent="0" marL="0">
              <a:buNone/>
            </a:pPr>
            <a:r>
              <a:rPr/>
              <a:t>By the end of the session, to earn the badge, each Scout can: - [ ] Identify a real app’s user and the problem it solves - [ ] Interview a user and write a problem statement - [ ] Design a multi-screen wireframe where every screen serves the user - [ ] Run a click test and improve the design from user feedback</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(for the robotics team)</a:t>
            </a:r>
          </a:p>
        </p:txBody>
      </p:sp>
      <p:sp>
        <p:nvSpPr>
          <p:cNvPr id="3" name="Content Placeholder 2"/>
          <p:cNvSpPr>
            <a:spLocks noGrp="1"/>
          </p:cNvSpPr>
          <p:nvPr>
            <p:ph idx="1"/>
          </p:nvPr>
        </p:nvSpPr>
        <p:spPr/>
        <p:txBody>
          <a:bodyPr/>
          <a:lstStyle/>
          <a:p>
            <a:pPr lvl="0"/>
            <a:r>
              <a:rPr b="1"/>
              <a:t>You don’t need a robot for this.</a:t>
            </a:r>
            <a:r>
              <a:rPr/>
              <a:t> Paper, markers, and one role-playing mentor per user card carry the session.</a:t>
            </a:r>
          </a:p>
          <a:p>
            <a:pPr lvl="0"/>
            <a:r>
              <a:rPr b="1"/>
              <a:t>Play the user well.</a:t>
            </a:r>
            <a:r>
              <a:rPr/>
              <a:t> Be specific and a little stubborn (“I don’t understand this button”) — realistic confusion teaches more than politeness.</a:t>
            </a:r>
          </a:p>
          <a:p>
            <a:pPr lvl="0"/>
            <a:r>
              <a:rPr b="1"/>
              <a:t>Enforce user-first.</a:t>
            </a:r>
            <a:r>
              <a:rPr/>
              <a:t> Every design debate resolves with one question: “what did the user say they need?”</a:t>
            </a:r>
          </a:p>
          <a:p>
            <a:pPr lvl="0"/>
            <a:r>
              <a:rPr b="1"/>
              <a:t>Cutting features is winning.</a:t>
            </a:r>
            <a:r>
              <a:rPr/>
              <a:t> Praise teams that remove a screen — that’s mature design judgment.</a:t>
            </a:r>
          </a:p>
          <a:p>
            <a:pPr lvl="0"/>
            <a:r>
              <a:rPr b="1"/>
              <a:t>Three taps or fewer.</a:t>
            </a:r>
            <a:r>
              <a:rPr/>
              <a:t> It’s a great concrete bar for “simple enough.”</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Share Your Impact — required for teams and troops using this curriculum</a:t>
            </a:r>
          </a:p>
        </p:txBody>
      </p:sp>
      <p:sp>
        <p:nvSpPr>
          <p:cNvPr id="3" name="Content Placeholder 2"/>
          <p:cNvSpPr>
            <a:spLocks noGrp="1"/>
          </p:cNvSpPr>
          <p:nvPr>
            <p:ph idx="1"/>
          </p:nvPr>
        </p:nvSpPr>
        <p:spPr/>
        <p:txBody>
          <a:bodyPr/>
          <a:lstStyle/>
          <a:p>
            <a:pPr lvl="0" indent="0" marL="0">
              <a:buNone/>
            </a:pPr>
            <a:r>
              <a:rPr/>
              <a:t>If you use Girls Build Bots materials to run a workshop, please complete all three:</a:t>
            </a:r>
          </a:p>
          <a:p>
            <a:pPr lvl="0" indent="-342900" marL="342900">
              <a:buAutoNum type="arabicPeriod"/>
            </a:pPr>
            <a:r>
              <a:rPr b="1"/>
              <a:t>Credit us.</a:t>
            </a:r>
            <a:r>
              <a:rPr/>
              <a:t> Tell your Scouts and audience that the curriculum comes from Girls Build Bots, and credit “Girls Build Bots” anywhere you share about the event.</a:t>
            </a:r>
          </a:p>
          <a:p>
            <a:pPr lvl="0" indent="-342900" marL="342900">
              <a:buAutoNum type="arabicPeriod"/>
            </a:pPr>
            <a:r>
              <a:rPr b="1"/>
              <a:t>Tag us.</a:t>
            </a:r>
            <a:r>
              <a:rPr/>
              <a:t> Post about your workshop and tag </a:t>
            </a:r>
            <a:r>
              <a:rPr b="1"/>
              <a:t>@girlsbuildbots</a:t>
            </a:r>
            <a:r>
              <a:rPr/>
              <a:t> on Instagram.</a:t>
            </a:r>
          </a:p>
          <a:p>
            <a:pPr lvl="0" indent="-342900" marL="342900">
              <a:buAutoNum type="arabicPeriod"/>
            </a:pPr>
            <a:r>
              <a:rPr b="1"/>
              <a:t>Report your results.</a:t>
            </a:r>
            <a:r>
              <a:rPr/>
              <a:t> Email </a:t>
            </a:r>
            <a:r>
              <a:rPr b="1"/>
              <a:t>girlsbuildbots@gmail.com</a:t>
            </a:r>
            <a:r>
              <a:rPr/>
              <a:t> with: the number of girls who participated, the number of badges earned, and a sentence or two of feedback on how it went.</a:t>
            </a:r>
          </a:p>
          <a:p>
            <a:pPr lvl="0" indent="0" marL="0">
              <a:buNone/>
            </a:pPr>
            <a:r>
              <a:rPr/>
              <a:t>This is how the program grows and how we measure our impact — your report becomes part of the Girls Build Bots story and helps the next troop and team.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Original curriculum aligned to the Junior Coding for Good badge series;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2026-08-11T04:43:58Z</dcterms:created>
  <dcterms:modified xsi:type="dcterms:W3CDTF">2026-08-11T04:43:58Z</dcterms:modified>
</cp:coreProperties>
</file>

<file path=docProps/custom.xml><?xml version="1.0" encoding="utf-8"?>
<Properties xmlns="http://schemas.openxmlformats.org/officeDocument/2006/custom-properties" xmlns:vt="http://schemas.openxmlformats.org/officeDocument/2006/docPropsVTypes"/>
</file>