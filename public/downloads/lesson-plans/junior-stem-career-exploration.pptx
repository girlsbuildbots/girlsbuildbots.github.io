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STEM Career Exploration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STEM Career Exploration </a:t>
            </a:r>
            <a:r>
              <a:rPr b="1"/>
              <a:t>Format:</a:t>
            </a:r>
            <a:r>
              <a:rPr/>
              <a:t> One 90–120 minute session · </a:t>
            </a:r>
            <a:r>
              <a:rPr b="1"/>
              <a:t>Ratio:</a:t>
            </a:r>
            <a:r>
              <a:rPr/>
              <a:t> 1 mentor per 4–5 Scouts </a:t>
            </a:r>
            <a:r>
              <a:rPr b="1"/>
              <a:t>Who runs it:</a:t>
            </a:r>
            <a:r>
              <a:rPr/>
              <a:t> A FIRST robotics team (FLL / FTC / FRC) leading the session. This badge is the one where </a:t>
            </a:r>
            <a:r>
              <a:rPr b="1"/>
              <a:t>the team itself is the main resource</a:t>
            </a:r>
            <a:r>
              <a:rPr/>
              <a:t> — every mentor is a live example of a STEM path in progress. A robot demo is a wonderful bonus but not required.</a:t>
            </a:r>
          </a:p>
          <a:p>
            <a:pPr lvl="0" indent="0" marL="1270000">
              <a:buNone/>
            </a:pPr>
            <a:r>
              <a:rPr sz="2000" b="1"/>
              <a:t>Troop Leaders:</a:t>
            </a:r>
            <a:r>
              <a:rPr sz="2000"/>
              <a:t> This curriculum is designed to </a:t>
            </a:r>
            <a:r>
              <a:rPr sz="2000" i="1"/>
              <a:t>align with</a:t>
            </a:r>
            <a:r>
              <a:rPr sz="2000"/>
              <a:t> the Junior STEM Career Exploration badge.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big idea</a:t>
            </a:r>
          </a:p>
        </p:txBody>
      </p:sp>
      <p:sp>
        <p:nvSpPr>
          <p:cNvPr id="3" name="Content Placeholder 2"/>
          <p:cNvSpPr>
            <a:spLocks noGrp="1"/>
          </p:cNvSpPr>
          <p:nvPr>
            <p:ph idx="1"/>
          </p:nvPr>
        </p:nvSpPr>
        <p:spPr/>
        <p:txBody>
          <a:bodyPr/>
          <a:lstStyle/>
          <a:p>
            <a:pPr lvl="0" indent="0" marL="0">
              <a:buNone/>
            </a:pPr>
            <a:r>
              <a:rPr/>
              <a:t>Juniors are old enough to see that STEM careers are </a:t>
            </a:r>
            <a:r>
              <a:rPr i="1"/>
              <a:t>many</a:t>
            </a:r>
            <a:r>
              <a:rPr/>
              <a:t> — not just “scientist” — and that their own interests and skills already point somewhere. The session connects interests → skills → real careers, with the robotics team as living proof that the path starts young.</a:t>
            </a:r>
          </a:p>
          <a:p>
            <a:pPr lvl="0" indent="0" marL="0">
              <a:buNone/>
            </a:pPr>
            <a:r>
              <a:rPr b="1"/>
              <a:t>Vocabulary:</a:t>
            </a:r>
            <a:r>
              <a:rPr/>
              <a:t> career, skill, interest, engineer, computer science, role, pathway.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STEM Career Exploration (90–120 minutes)</a:t>
            </a:r>
          </a:p>
        </p:txBody>
      </p:sp>
      <p:sp>
        <p:nvSpPr>
          <p:cNvPr id="3" name="Content Placeholder 2"/>
          <p:cNvSpPr>
            <a:spLocks noGrp="1"/>
          </p:cNvSpPr>
          <p:nvPr>
            <p:ph idx="1"/>
          </p:nvPr>
        </p:nvSpPr>
        <p:spPr/>
        <p:txBody>
          <a:bodyPr/>
          <a:lstStyle/>
          <a:p>
            <a:pPr lvl="0" indent="0" marL="0">
              <a:spcBef>
                <a:spcPts val="3000"/>
              </a:spcBef>
              <a:buNone/>
            </a:pPr>
            <a:r>
              <a:rPr b="1"/>
              <a:t>Materials</a:t>
            </a:r>
          </a:p>
          <a:p>
            <a:pPr lvl="0"/>
            <a:r>
              <a:rPr/>
              <a:t>“Career stations” set up by team role (see Activity 3): a small prop/demo per station</a:t>
            </a:r>
          </a:p>
          <a:p>
            <a:pPr lvl="0"/>
            <a:r>
              <a:rPr/>
              <a:t>Interest-to-career matching sheet: What I like / Skills it uses / Careers that use those skills</a:t>
            </a:r>
          </a:p>
          <a:p>
            <a:pPr lvl="0"/>
            <a:r>
              <a:rPr/>
              <a:t>Team members prepped with 2-minute “my STEM story” talks</a:t>
            </a:r>
          </a:p>
          <a:p>
            <a:pPr lvl="0"/>
            <a:r>
              <a:rPr/>
              <a:t>Optional: robot for demos at the stations</a:t>
            </a:r>
          </a:p>
          <a:p>
            <a:pPr lvl="0" indent="0" marL="0">
              <a:spcBef>
                <a:spcPts val="3000"/>
              </a:spcBef>
              <a:buNone/>
            </a:pPr>
            <a:r>
              <a:rPr b="1"/>
              <a:t>Activity 1 — STEM Is Bigger Than You Think (15 min)</a:t>
            </a:r>
          </a:p>
          <a:p>
            <a:pPr lvl="0" indent="0" marL="0">
              <a:buNone/>
            </a:pPr>
            <a:r>
              <a:rPr/>
              <a:t>Rapid-fire: call out jobs, Scouts vote STEM or not — then reveal the STEM inside surprising ones (video-game music composer → audio technology; sneaker designer → materials engineering; zookeeper → animal science and data). </a:t>
            </a:r>
            <a:r>
              <a:rPr b="1"/>
              <a:t>Point:</a:t>
            </a:r>
            <a:r>
              <a:rPr/>
              <a:t> almost every field has a STEM path into it, so your interests already count.</a:t>
            </a:r>
          </a:p>
          <a:p>
            <a:pPr lvl="0" indent="0" marL="0">
              <a:spcBef>
                <a:spcPts val="3000"/>
              </a:spcBef>
              <a:buNone/>
            </a:pPr>
            <a:r>
              <a:rPr b="1"/>
              <a:t>Activity 2 — Team Panel: My STEM Story (25 min)</a:t>
            </a:r>
          </a:p>
          <a:p>
            <a:pPr lvl="0" indent="0" marL="0">
              <a:buNone/>
            </a:pPr>
            <a:r>
              <a:rPr/>
              <a:t>4–5 team members each give a 2-minute story: what they do on the team, how they started, one struggle, one thing they love. Prioritize a mix of roles — programmer, builder, designer, strategist — and make sure Scouts hear from young women on the team. Then open Q&amp;A. Near-peer role models are the most powerful element of this badge.</a:t>
            </a:r>
          </a:p>
          <a:p>
            <a:pPr lvl="0" indent="0" marL="0">
              <a:spcBef>
                <a:spcPts val="3000"/>
              </a:spcBef>
              <a:buNone/>
            </a:pPr>
            <a:r>
              <a:rPr b="1"/>
              <a:t>Activity 3 — Career Stations (35 min)</a:t>
            </a:r>
          </a:p>
          <a:p>
            <a:pPr lvl="0" indent="0" marL="0">
              <a:buNone/>
            </a:pPr>
            <a:r>
              <a:rPr/>
              <a:t>Scouts rotate through 4 stations run by team members, each mapping a team role to real careers, with a 5-minute hands-on taste: - </a:t>
            </a:r>
            <a:r>
              <a:rPr b="1"/>
              <a:t>Programming station</a:t>
            </a:r>
            <a:r>
              <a:rPr/>
              <a:t> → software engineer, roboticist (try a 5-line block program or trigger a robot action) - </a:t>
            </a:r>
            <a:r>
              <a:rPr b="1"/>
              <a:t>Build/CAD station</a:t>
            </a:r>
            <a:r>
              <a:rPr/>
              <a:t> → mechanical engineer, product designer (sketch a part, handle real components) - </a:t>
            </a:r>
            <a:r>
              <a:rPr b="1"/>
              <a:t>Strategy/data station</a:t>
            </a:r>
            <a:r>
              <a:rPr/>
              <a:t> → data analyst, engineer-manager (read a simple match-data chart, pick the best alliance) - </a:t>
            </a:r>
            <a:r>
              <a:rPr b="1"/>
              <a:t>Media/outreach station</a:t>
            </a:r>
            <a:r>
              <a:rPr/>
              <a:t> → technical writer, science communicator (write a one-line caption for a robot photo)</a:t>
            </a:r>
          </a:p>
          <a:p>
            <a:pPr lvl="0" indent="0" marL="0">
              <a:buNone/>
            </a:pPr>
            <a:r>
              <a:rPr/>
              <a:t>At each station Scouts jot on their matching sheet: did I like this? what skill did it use?</a:t>
            </a:r>
          </a:p>
          <a:p>
            <a:pPr lvl="0" indent="0" marL="0">
              <a:spcBef>
                <a:spcPts val="3000"/>
              </a:spcBef>
              <a:buNone/>
            </a:pPr>
            <a:r>
              <a:rPr b="1"/>
              <a:t>Activity 4 — My Pathway Map (15 min) + Wrap (10 min)</a:t>
            </a:r>
          </a:p>
          <a:p>
            <a:pPr lvl="0" indent="0" marL="0">
              <a:buNone/>
            </a:pPr>
            <a:r>
              <a:rPr/>
              <a:t>Each Scout completes her sheet: top interest → skills it uses → one career that fits → </a:t>
            </a:r>
            <a:r>
              <a:rPr b="1"/>
              <a:t>one concrete next step</a:t>
            </a:r>
            <a:r>
              <a:rPr/>
              <a:t> (join FLL, try a free coding course, interview a family friend in STEM, read one book). Closing circle: every Scout states her career pick and her step out loud — saying it makes it real.</a:t>
            </a:r>
          </a:p>
          <a:p>
            <a:pPr lvl="0" indent="0" marL="1270000">
              <a:buNone/>
            </a:pPr>
            <a:r>
              <a:rPr sz="2000" b="1"/>
              <a:t>Robot moment (optional):</a:t>
            </a:r>
            <a:r>
              <a:rPr sz="2000"/>
              <a:t> End with a robot demo and let Scouts drive or trigger it — “I could do this” lands hardest with hands on the controls.</a:t>
            </a:r>
          </a:p>
          <a:p>
            <a:pPr lvl="0" indent="0" marL="0">
              <a:spcBef>
                <a:spcPts val="3000"/>
              </a:spcBef>
              <a:buNone/>
            </a:pPr>
            <a:r>
              <a:rPr b="1"/>
              <a:t>Completion Checklist — STEM Career Exploration</a:t>
            </a:r>
          </a:p>
          <a:p>
            <a:pPr lvl="0" indent="0" marL="0">
              <a:buNone/>
            </a:pPr>
            <a:r>
              <a:rPr/>
              <a:t>By the end of the session, to earn the badge, each Scout can: - [ ] Explain that STEM careers exist inside almost every field - [ ] Describe two different STEM careers after meeting people on those paths - [ ] Connect her own interests and skills to a career that uses them - [ ] Name one STEM career to explore further and one concrete next step</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are the curriculum.</a:t>
            </a:r>
            <a:r>
              <a:rPr/>
              <a:t> Prep your 2-minute story: how you started, a struggle, why you stay. Real beats polished.</a:t>
            </a:r>
          </a:p>
          <a:p>
            <a:pPr lvl="0"/>
            <a:r>
              <a:rPr b="1"/>
              <a:t>Near-peer is the magic.</a:t>
            </a:r>
            <a:r>
              <a:rPr/>
              <a:t> Say “I was in fourth grade once too, and nobody handed me a robot.” It lands.</a:t>
            </a:r>
          </a:p>
          <a:p>
            <a:pPr lvl="0"/>
            <a:r>
              <a:rPr b="1"/>
              <a:t>Center the young women on your team</a:t>
            </a:r>
            <a:r>
              <a:rPr/>
              <a:t> at the panel and the stations — representation is the point of this badge.</a:t>
            </a:r>
          </a:p>
          <a:p>
            <a:pPr lvl="0"/>
            <a:r>
              <a:rPr b="1"/>
              <a:t>Stations must be hands-on.</a:t>
            </a:r>
            <a:r>
              <a:rPr/>
              <a:t> Two minutes of doing beats ten minutes of describing at every station.</a:t>
            </a:r>
          </a:p>
          <a:p>
            <a:pPr lvl="0"/>
            <a:r>
              <a:rPr b="1"/>
              <a:t>Every Scout leaves with a step.</a:t>
            </a:r>
            <a:r>
              <a:rPr/>
              <a:t> Don’t let the pathway map end at “someday” — pin down one action with a when.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STEM Career Exploration badge;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2026-08-11T04:44:02Z</dcterms:created>
  <dcterms:modified xsi:type="dcterms:W3CDTF">2026-08-11T04:44:02Z</dcterms:modified>
</cp:coreProperties>
</file>

<file path=docProps/custom.xml><?xml version="1.0" encoding="utf-8"?>
<Properties xmlns="http://schemas.openxmlformats.org/officeDocument/2006/custom-properties" xmlns:vt="http://schemas.openxmlformats.org/officeDocument/2006/docPropsVTypes"/>
</file>