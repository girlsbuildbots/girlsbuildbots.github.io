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Robotics Badge Curriculum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badge-aligned workshop guide for robotics outreach events</a:t>
            </a:r>
          </a:p>
          <a:p>
            <a:pPr lvl="0" indent="0" marL="0">
              <a:buNone/>
            </a:pPr>
            <a:r>
              <a:rPr b="1"/>
              <a:t>Level:</a:t>
            </a:r>
            <a:r>
              <a:rPr/>
              <a:t> Juniors (Grades 4–5) · </a:t>
            </a:r>
            <a:r>
              <a:rPr b="1"/>
              <a:t>Badges covered:</a:t>
            </a:r>
            <a:r>
              <a:rPr/>
              <a:t> Programming Robots, Designing Robots, Showcasing Robots </a:t>
            </a:r>
            <a:r>
              <a:rPr b="1"/>
              <a:t>Format:</a:t>
            </a:r>
            <a:r>
              <a:rPr/>
              <a:t> One full-day camp (6 hours) or three 2-hour sessions · </a:t>
            </a:r>
            <a:r>
              <a:rPr b="1"/>
              <a:t>Ratio:</a:t>
            </a:r>
            <a:r>
              <a:rPr/>
              <a:t> 1 mentor per 4–5 Scouts</a:t>
            </a:r>
          </a:p>
          <a:p>
            <a:pPr lvl="0" indent="0" marL="1270000">
              <a:buNone/>
            </a:pPr>
            <a:r>
              <a:rPr sz="2000" b="1"/>
              <a:t>Troop Leaders:</a:t>
            </a:r>
            <a:r>
              <a:rPr sz="2000"/>
              <a:t> This curriculum is designed to </a:t>
            </a:r>
            <a:r>
              <a:rPr sz="2000" i="1"/>
              <a:t>align with</a:t>
            </a:r>
            <a:r>
              <a:rPr sz="2000"/>
              <a:t> the Junior Robotics badge series. Official badge requirements are available in your Girl Scout Volunteer Toolkit (VTK). Please verify completed activities against the official steps before awarding badges. Badges are purchased by troops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Big Ideas for Juniors</a:t>
            </a:r>
          </a:p>
        </p:txBody>
      </p:sp>
      <p:sp>
        <p:nvSpPr>
          <p:cNvPr id="3" name="Content Placeholder 2"/>
          <p:cNvSpPr>
            <a:spLocks noGrp="1"/>
          </p:cNvSpPr>
          <p:nvPr>
            <p:ph idx="1"/>
          </p:nvPr>
        </p:nvSpPr>
        <p:spPr/>
        <p:txBody>
          <a:bodyPr/>
          <a:lstStyle/>
          <a:p>
            <a:pPr lvl="0" indent="0" marL="0">
              <a:buNone/>
            </a:pPr>
            <a:r>
              <a:rPr/>
              <a:t>Juniors are ready for </a:t>
            </a:r>
            <a:r>
              <a:rPr b="1"/>
              <a:t>real programming logic and structured design</a:t>
            </a:r>
            <a:r>
              <a:rPr/>
              <a:t>. They should leave able to:</a:t>
            </a:r>
          </a:p>
          <a:p>
            <a:pPr lvl="0" indent="-342900" marL="342900">
              <a:buAutoNum type="arabicPeriod"/>
            </a:pPr>
            <a:r>
              <a:rPr/>
              <a:t>Write a program with </a:t>
            </a:r>
            <a:r>
              <a:rPr b="1"/>
              <a:t>sequences, loops, and events</a:t>
            </a:r>
            <a:r>
              <a:rPr/>
              <a:t> — not just single commands.</a:t>
            </a:r>
          </a:p>
          <a:p>
            <a:pPr lvl="0" indent="-342900" marL="342900">
              <a:buAutoNum type="arabicPeriod"/>
            </a:pPr>
            <a:r>
              <a:rPr/>
              <a:t>Explain a robot’s </a:t>
            </a:r>
            <a:r>
              <a:rPr b="1"/>
              <a:t>parts</a:t>
            </a:r>
            <a:r>
              <a:rPr/>
              <a:t> (sensors, controller/brain, body, motors, tools) and how they work together.</a:t>
            </a:r>
          </a:p>
          <a:p>
            <a:pPr lvl="0" indent="-342900" marL="342900">
              <a:buAutoNum type="arabicPeriod"/>
            </a:pPr>
            <a:r>
              <a:rPr/>
              <a:t>Use the </a:t>
            </a:r>
            <a:r>
              <a:rPr b="1"/>
              <a:t>engineering design process</a:t>
            </a:r>
            <a:r>
              <a:rPr/>
              <a:t>: define the problem → brainstorm → plan → build → test → improve.</a:t>
            </a:r>
          </a:p>
          <a:p>
            <a:pPr lvl="0" indent="0" marL="0">
              <a:buNone/>
            </a:pPr>
            <a:r>
              <a:rPr b="1"/>
              <a:t>Vocabulary to introduce:</a:t>
            </a:r>
            <a:r>
              <a:rPr/>
              <a:t> loop, event, condition, input/output, sensor, actuator, iteration, prototype, engineering design process.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Programming Robots (2 hours)</a:t>
            </a:r>
          </a:p>
        </p:txBody>
      </p:sp>
      <p:sp>
        <p:nvSpPr>
          <p:cNvPr id="3" name="Content Placeholder 2"/>
          <p:cNvSpPr>
            <a:spLocks noGrp="1"/>
          </p:cNvSpPr>
          <p:nvPr>
            <p:ph idx="1"/>
          </p:nvPr>
        </p:nvSpPr>
        <p:spPr/>
        <p:txBody>
          <a:bodyPr/>
          <a:lstStyle/>
          <a:p>
            <a:pPr lvl="0" indent="0" marL="0">
              <a:buNone/>
            </a:pPr>
            <a:r>
              <a:rPr b="1"/>
              <a:t>Badge theme:</a:t>
            </a:r>
            <a:r>
              <a:rPr/>
              <a:t> Creating programs a robot could run, using real programming structures.</a:t>
            </a:r>
          </a:p>
          <a:p>
            <a:pPr lvl="0" indent="0" marL="0">
              <a:spcBef>
                <a:spcPts val="3000"/>
              </a:spcBef>
              <a:buNone/>
            </a:pPr>
            <a:r>
              <a:rPr b="1"/>
              <a:t>Materials</a:t>
            </a:r>
          </a:p>
          <a:p>
            <a:pPr lvl="0"/>
            <a:r>
              <a:rPr/>
              <a:t>Laptops with </a:t>
            </a:r>
            <a:r>
              <a:rPr b="1"/>
              <a:t>MakeCode Arcade</a:t>
            </a:r>
            <a:r>
              <a:rPr/>
              <a:t> (arcade.makecode.com)</a:t>
            </a:r>
          </a:p>
          <a:p>
            <a:pPr lvl="0"/>
            <a:r>
              <a:rPr/>
              <a:t>“Unplugged loops” cards (dance-move cards with repeat counters)</a:t>
            </a:r>
          </a:p>
          <a:p>
            <a:pPr lvl="0"/>
            <a:r>
              <a:rPr/>
              <a:t>Projector for live coding</a:t>
            </a:r>
          </a:p>
          <a:p>
            <a:pPr lvl="0"/>
            <a:r>
              <a:rPr/>
              <a:t>Optional hardware: micro:bit boards or any drivable robot the team owns (great but not required)</a:t>
            </a:r>
          </a:p>
          <a:p>
            <a:pPr lvl="0" indent="0" marL="0">
              <a:spcBef>
                <a:spcPts val="3000"/>
              </a:spcBef>
              <a:buNone/>
            </a:pPr>
            <a:r>
              <a:rPr b="1"/>
              <a:t>Activity 1.1 — Loop Dance Warm-Up (15 min)</a:t>
            </a:r>
          </a:p>
          <a:p>
            <a:pPr lvl="0" indent="0" marL="0">
              <a:buNone/>
            </a:pPr>
            <a:r>
              <a:rPr/>
              <a:t>Post a dance routine as cards: </a:t>
            </a:r>
            <a:r>
              <a:rPr i="1"/>
              <a:t>clap ×2, spin ×1, jump ×3.</a:t>
            </a:r>
            <a:r>
              <a:rPr/>
              <a:t> Perform it. Then rewrite it with a “repeat” card: </a:t>
            </a:r>
            <a:r>
              <a:rPr i="1"/>
              <a:t>[clap, spin] repeat 2.</a:t>
            </a:r>
            <a:r>
              <a:rPr/>
              <a:t> </a:t>
            </a:r>
            <a:r>
              <a:rPr b="1"/>
              <a:t>Debrief:</a:t>
            </a:r>
            <a:r>
              <a:rPr/>
              <a:t> loops let programmers avoid writing the same steps over and over.</a:t>
            </a:r>
          </a:p>
          <a:p>
            <a:pPr lvl="0" indent="0" marL="0">
              <a:spcBef>
                <a:spcPts val="3000"/>
              </a:spcBef>
              <a:buNone/>
            </a:pPr>
            <a:r>
              <a:rPr b="1"/>
              <a:t>Activity 1.2 — Build a Chase Game in MakeCode Arcade (60 min)</a:t>
            </a:r>
          </a:p>
          <a:p>
            <a:pPr lvl="0" indent="0" marL="0">
              <a:buNone/>
            </a:pPr>
            <a:r>
              <a:rPr/>
              <a:t>Mentor-led progressive build, one concept per stage: 1. </a:t>
            </a:r>
            <a:r>
              <a:rPr b="1"/>
              <a:t>Sprites &amp; events</a:t>
            </a:r>
            <a:r>
              <a:rPr/>
              <a:t> — create a player, move with arrow keys (</a:t>
            </a:r>
            <a:r>
              <a:rPr i="1"/>
              <a:t>event: on button pressed</a:t>
            </a:r>
            <a:r>
              <a:rPr/>
              <a:t>) 2. </a:t>
            </a:r>
            <a:r>
              <a:rPr b="1"/>
              <a:t>A second sprite</a:t>
            </a:r>
            <a:r>
              <a:rPr/>
              <a:t> — add a “battery” the player must collect (</a:t>
            </a:r>
            <a:r>
              <a:rPr i="1"/>
              <a:t>event: on overlap</a:t>
            </a:r>
            <a:r>
              <a:rPr/>
              <a:t>) 3. </a:t>
            </a:r>
            <a:r>
              <a:rPr b="1"/>
              <a:t>Loops</a:t>
            </a:r>
            <a:r>
              <a:rPr/>
              <a:t> — make the battery respawn in a random spot </a:t>
            </a:r>
            <a:r>
              <a:rPr i="1"/>
              <a:t>forever</a:t>
            </a:r>
            <a:r>
              <a:rPr/>
              <a:t> 4. </a:t>
            </a:r>
            <a:r>
              <a:rPr b="1"/>
              <a:t>Score &amp; condition</a:t>
            </a:r>
            <a:r>
              <a:rPr/>
              <a:t> — add score; </a:t>
            </a:r>
            <a:r>
              <a:rPr b="1"/>
              <a:t>if</a:t>
            </a:r>
            <a:r>
              <a:rPr/>
              <a:t> score reaches 5, show “YOU WIN” 5. </a:t>
            </a:r>
            <a:r>
              <a:rPr b="1"/>
              <a:t>Challenge round</a:t>
            </a:r>
            <a:r>
              <a:rPr/>
              <a:t> — add an enemy sprite that follows the player</a:t>
            </a:r>
          </a:p>
          <a:p>
            <a:pPr lvl="0" indent="0" marL="0">
              <a:buNone/>
            </a:pPr>
            <a:r>
              <a:rPr/>
              <a:t>Scouts who finish early become “deputy mentors” for a neighbor — this doubles as leadership practice and keeps the room moving.</a:t>
            </a:r>
          </a:p>
          <a:p>
            <a:pPr lvl="0" indent="0" marL="0">
              <a:spcBef>
                <a:spcPts val="3000"/>
              </a:spcBef>
              <a:buNone/>
            </a:pPr>
            <a:r>
              <a:rPr b="1"/>
              <a:t>Activity 1.3 — Program Like a Roboticist (30 min)</a:t>
            </a:r>
          </a:p>
          <a:p>
            <a:pPr lvl="0" indent="0" marL="0">
              <a:buNone/>
            </a:pPr>
            <a:r>
              <a:rPr/>
              <a:t>Connect the game to robots: the player sprite = robot, arrow keys = sensor inputs, the win condition = the robot’s goal. Scouts then write </a:t>
            </a:r>
            <a:r>
              <a:rPr b="1"/>
              <a:t>pseudocode on paper</a:t>
            </a:r>
            <a:r>
              <a:rPr/>
              <a:t> for a real robot task (e.g., a vacuum robot: </a:t>
            </a:r>
            <a:r>
              <a:rPr i="1"/>
              <a:t>forever: move forward; if bump sensor pressed, turn right</a:t>
            </a:r>
            <a:r>
              <a:rPr/>
              <a:t>). Share two or three aloud.</a:t>
            </a:r>
          </a:p>
          <a:p>
            <a:pPr lvl="0" indent="0" marL="0">
              <a:buNone/>
            </a:pPr>
            <a:r>
              <a:rPr/>
              <a:t>If hardware is available, run one pseudocode plan on a real robot as a group demo.</a:t>
            </a:r>
          </a:p>
          <a:p>
            <a:pPr lvl="0" indent="0" marL="0">
              <a:spcBef>
                <a:spcPts val="3000"/>
              </a:spcBef>
              <a:buNone/>
            </a:pPr>
            <a:r>
              <a:rPr b="1"/>
              <a:t>Completion Checklist — Module 1</a:t>
            </a:r>
          </a:p>
          <a:p>
            <a:pPr lvl="0"/>
            <a:r>
              <a:rPr/>
              <a:t>☐ Can explain sequences, loops, and events with an example</a:t>
            </a:r>
          </a:p>
          <a:p>
            <a:pPr lvl="0"/>
            <a:r>
              <a:rPr/>
              <a:t>☐ Built a working game with events, a loop, and a win condition</a:t>
            </a:r>
          </a:p>
          <a:p>
            <a:pPr lvl="0"/>
            <a:r>
              <a:rPr/>
              <a:t>☐ Wrote pseudocode for a robot behavior</a:t>
            </a:r>
          </a:p>
          <a:p>
            <a:pPr lvl="0"/>
            <a:r>
              <a:rPr/>
              <a:t>☐ Debugged at least one problem in her own program</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Designing Robots (2 hours)</a:t>
            </a:r>
          </a:p>
        </p:txBody>
      </p:sp>
      <p:sp>
        <p:nvSpPr>
          <p:cNvPr id="3" name="Content Placeholder 2"/>
          <p:cNvSpPr>
            <a:spLocks noGrp="1"/>
          </p:cNvSpPr>
          <p:nvPr>
            <p:ph idx="1"/>
          </p:nvPr>
        </p:nvSpPr>
        <p:spPr/>
        <p:txBody>
          <a:bodyPr/>
          <a:lstStyle/>
          <a:p>
            <a:pPr lvl="0" indent="0" marL="0">
              <a:buNone/>
            </a:pPr>
            <a:r>
              <a:rPr b="1"/>
              <a:t>Badge theme:</a:t>
            </a:r>
            <a:r>
              <a:rPr/>
              <a:t> Learning how robots are built and designing/building a robot model that solves a problem.</a:t>
            </a:r>
          </a:p>
          <a:p>
            <a:pPr lvl="0" indent="0" marL="0">
              <a:spcBef>
                <a:spcPts val="3000"/>
              </a:spcBef>
              <a:buNone/>
            </a:pPr>
            <a:r>
              <a:rPr b="1"/>
              <a:t>Materials</a:t>
            </a:r>
          </a:p>
          <a:p>
            <a:pPr lvl="0"/>
            <a:r>
              <a:rPr/>
              <a:t>Robot parts diagram poster (sensors, controller, chassis, motors, effectors)</a:t>
            </a:r>
          </a:p>
          <a:p>
            <a:pPr lvl="0"/>
            <a:r>
              <a:rPr/>
              <a:t>Build materials: cardboard, motors-optional craft supplies, LEGO/K’NEX if available, hot glue station (mentor-operated)</a:t>
            </a:r>
          </a:p>
          <a:p>
            <a:pPr lvl="0"/>
            <a:r>
              <a:rPr/>
              <a:t>Engineering design process posters and planning sheets (problem, sketch, materials list, test plan)</a:t>
            </a:r>
          </a:p>
          <a:p>
            <a:pPr lvl="0" indent="0" marL="0">
              <a:spcBef>
                <a:spcPts val="3000"/>
              </a:spcBef>
              <a:buNone/>
            </a:pPr>
            <a:r>
              <a:rPr b="1"/>
              <a:t>Activity 2.1 — Robot Anatomy Teardown (20 min)</a:t>
            </a:r>
          </a:p>
          <a:p>
            <a:pPr lvl="0" indent="0" marL="0">
              <a:buNone/>
            </a:pPr>
            <a:r>
              <a:rPr/>
              <a:t>Using photos (or a real robot), identify the five part groups: </a:t>
            </a:r>
            <a:r>
              <a:rPr b="1"/>
              <a:t>sensors</a:t>
            </a:r>
            <a:r>
              <a:rPr/>
              <a:t> (eyes/ears), </a:t>
            </a:r>
            <a:r>
              <a:rPr b="1"/>
              <a:t>controller</a:t>
            </a:r>
            <a:r>
              <a:rPr/>
              <a:t> (brain), </a:t>
            </a:r>
            <a:r>
              <a:rPr b="1"/>
              <a:t>chassis</a:t>
            </a:r>
            <a:r>
              <a:rPr/>
              <a:t> (body), </a:t>
            </a:r>
            <a:r>
              <a:rPr b="1"/>
              <a:t>motors/actuators</a:t>
            </a:r>
            <a:r>
              <a:rPr/>
              <a:t> (muscles), </a:t>
            </a:r>
            <a:r>
              <a:rPr b="1"/>
              <a:t>effectors</a:t>
            </a:r>
            <a:r>
              <a:rPr/>
              <a:t> (hands/tools). Quick game: mentor names a robot (“Mars rover”), Scouts call out one part and its job.</a:t>
            </a:r>
          </a:p>
          <a:p>
            <a:pPr lvl="0" indent="0" marL="0">
              <a:spcBef>
                <a:spcPts val="3000"/>
              </a:spcBef>
              <a:buNone/>
            </a:pPr>
            <a:r>
              <a:rPr b="1"/>
              <a:t>Activity 2.2 — Design Sprint: Robots That Help (70 min)</a:t>
            </a:r>
          </a:p>
          <a:p>
            <a:pPr lvl="0" indent="0" marL="0">
              <a:buNone/>
            </a:pPr>
            <a:r>
              <a:rPr/>
              <a:t>Teams of 2–3 follow the engineering design process end to end: 1. </a:t>
            </a:r>
            <a:r>
              <a:rPr b="1"/>
              <a:t>Define (10 min):</a:t>
            </a:r>
            <a:r>
              <a:rPr/>
              <a:t> pick a “helping” problem from a challenge menu — helping an elderly neighbor carry groceries, finding a lost pet, watering a garden, cleaning up a park. 2. </a:t>
            </a:r>
            <a:r>
              <a:rPr b="1"/>
              <a:t>Brainstorm &amp; plan (15 min):</a:t>
            </a:r>
            <a:r>
              <a:rPr/>
              <a:t> sketch the robot; label its sensors, brain, movement, and tool; list materials. 3. </a:t>
            </a:r>
            <a:r>
              <a:rPr b="1"/>
              <a:t>Build (30 min):</a:t>
            </a:r>
            <a:r>
              <a:rPr/>
              <a:t> construct the model. It should </a:t>
            </a:r>
            <a:r>
              <a:rPr i="1"/>
              <a:t>represent</a:t>
            </a:r>
            <a:r>
              <a:rPr/>
              <a:t> every labeled part (a bottle cap can be a camera). 4. </a:t>
            </a:r>
            <a:r>
              <a:rPr b="1"/>
              <a:t>Test &amp; improve (15 min):</a:t>
            </a:r>
            <a:r>
              <a:rPr/>
              <a:t> teams present to a mentor who plays “skeptical customer” and asks one hard question; teams make one improvement.</a:t>
            </a:r>
          </a:p>
          <a:p>
            <a:pPr lvl="0" indent="0" marL="0">
              <a:spcBef>
                <a:spcPts val="3000"/>
              </a:spcBef>
              <a:buNone/>
            </a:pPr>
            <a:r>
              <a:rPr b="1"/>
              <a:t>Activity 2.3 — Design Review Circle (30 min)</a:t>
            </a:r>
          </a:p>
          <a:p>
            <a:pPr lvl="0" indent="0" marL="0">
              <a:buNone/>
            </a:pPr>
            <a:r>
              <a:rPr/>
              <a:t>Each team gives a 90-second design pitch: the problem, the parts, the one improvement they made. Peers give “two stars and a wish” feedback (two things they liked, one suggestion).</a:t>
            </a:r>
          </a:p>
          <a:p>
            <a:pPr lvl="0" indent="0" marL="0">
              <a:spcBef>
                <a:spcPts val="3000"/>
              </a:spcBef>
              <a:buNone/>
            </a:pPr>
            <a:r>
              <a:rPr b="1"/>
              <a:t>Completion Checklist — Module 2</a:t>
            </a:r>
          </a:p>
          <a:p>
            <a:pPr lvl="0"/>
            <a:r>
              <a:rPr/>
              <a:t>☐ Can name a robot’s main part groups and their jobs</a:t>
            </a:r>
          </a:p>
          <a:p>
            <a:pPr lvl="0"/>
            <a:r>
              <a:rPr/>
              <a:t>☐ Followed all steps of the engineering design process</a:t>
            </a:r>
          </a:p>
          <a:p>
            <a:pPr lvl="0"/>
            <a:r>
              <a:rPr/>
              <a:t>☐ Built a labeled robot model that addresses a real problem</a:t>
            </a:r>
          </a:p>
          <a:p>
            <a:pPr lvl="0"/>
            <a:r>
              <a:rPr/>
              <a:t>☐ Made at least one improvement based on testing/feedback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Showcasing Robots (2 hours)</a:t>
            </a:r>
          </a:p>
        </p:txBody>
      </p:sp>
      <p:sp>
        <p:nvSpPr>
          <p:cNvPr id="3" name="Content Placeholder 2"/>
          <p:cNvSpPr>
            <a:spLocks noGrp="1"/>
          </p:cNvSpPr>
          <p:nvPr>
            <p:ph idx="1"/>
          </p:nvPr>
        </p:nvSpPr>
        <p:spPr/>
        <p:txBody>
          <a:bodyPr/>
          <a:lstStyle/>
          <a:p>
            <a:pPr lvl="0" indent="0" marL="0">
              <a:buNone/>
            </a:pPr>
            <a:r>
              <a:rPr b="1"/>
              <a:t>Badge theme:</a:t>
            </a:r>
            <a:r>
              <a:rPr/>
              <a:t> Sharing robot designs with an audience and connecting to the wider world of robotics.</a:t>
            </a:r>
          </a:p>
          <a:p>
            <a:pPr lvl="0" indent="0" marL="0">
              <a:spcBef>
                <a:spcPts val="3000"/>
              </a:spcBef>
              <a:buNone/>
            </a:pPr>
            <a:r>
              <a:rPr b="1"/>
              <a:t>Materials</a:t>
            </a:r>
          </a:p>
          <a:p>
            <a:pPr lvl="0"/>
            <a:r>
              <a:rPr/>
              <a:t>Team models and design sheets from Module 2</a:t>
            </a:r>
          </a:p>
          <a:p>
            <a:pPr lvl="0"/>
            <a:r>
              <a:rPr/>
              <a:t>Poster boards or slide template (one simple 4-slide frame)</a:t>
            </a:r>
          </a:p>
          <a:p>
            <a:pPr lvl="0"/>
            <a:r>
              <a:rPr/>
              <a:t>Optional: FRC robot demo, short video of a FIRST competition match</a:t>
            </a:r>
          </a:p>
          <a:p>
            <a:pPr lvl="0" indent="0" marL="0">
              <a:spcBef>
                <a:spcPts val="3000"/>
              </a:spcBef>
              <a:buNone/>
            </a:pPr>
            <a:r>
              <a:rPr b="1"/>
              <a:t>Activity 3.1 — The World of Robotics (25 min)</a:t>
            </a:r>
          </a:p>
          <a:p>
            <a:pPr lvl="0" indent="0" marL="0">
              <a:buNone/>
            </a:pPr>
            <a:r>
              <a:rPr/>
              <a:t>High school team presents: what FIRST robotics is, what competitions look like, and the many roles on a team (programmer, builder, strategist, outreach). Show a 2-minute match video. Emphasize: </a:t>
            </a:r>
            <a:r>
              <a:rPr b="1"/>
              <a:t>there is a place in robotics for every interest.</a:t>
            </a:r>
          </a:p>
          <a:p>
            <a:pPr lvl="0" indent="0" marL="0">
              <a:spcBef>
                <a:spcPts val="3000"/>
              </a:spcBef>
              <a:buNone/>
            </a:pPr>
            <a:r>
              <a:rPr b="1"/>
              <a:t>Activity 3.2 — Build Your Showcase (45 min)</a:t>
            </a:r>
          </a:p>
          <a:p>
            <a:pPr lvl="0" indent="0" marL="0">
              <a:buNone/>
            </a:pPr>
            <a:r>
              <a:rPr/>
              <a:t>Teams turn their design into a presentation using a 4-part frame: 1. The problem we chose and why it matters 2. Our robot: parts and how it works 3. What went wrong and how we fixed it 4. What we’d build next</a:t>
            </a:r>
          </a:p>
          <a:p>
            <a:pPr lvl="0" indent="0" marL="0">
              <a:buNone/>
            </a:pPr>
            <a:r>
              <a:rPr/>
              <a:t>Format is the team’s choice: poster, slides, or live “demo theater” with the model. Mentors coach delivery: every member speaks, practice twice.</a:t>
            </a:r>
          </a:p>
          <a:p>
            <a:pPr lvl="0" indent="0" marL="0">
              <a:spcBef>
                <a:spcPts val="3000"/>
              </a:spcBef>
              <a:buNone/>
            </a:pPr>
            <a:r>
              <a:rPr b="1"/>
              <a:t>Activity 3.3 — Showcase Fair (40 min)</a:t>
            </a:r>
          </a:p>
          <a:p>
            <a:pPr lvl="0" indent="0" marL="0">
              <a:buNone/>
            </a:pPr>
            <a:r>
              <a:rPr/>
              <a:t>Run it like a mini science fair: teams at stations, audience (other Scouts, leaders, parents) rotates through. Each visitor asks at least one question. Mentors award fun superlatives — “Most Creative Sensor,” “Best Debugging Story” — so every team is recognized.</a:t>
            </a:r>
          </a:p>
          <a:p>
            <a:pPr lvl="0" indent="0" marL="0">
              <a:spcBef>
                <a:spcPts val="3000"/>
              </a:spcBef>
              <a:buNone/>
            </a:pPr>
            <a:r>
              <a:rPr b="1"/>
              <a:t>Wrap-Up (10 min)</a:t>
            </a:r>
          </a:p>
          <a:p>
            <a:pPr lvl="0" indent="0" marL="0">
              <a:buNone/>
            </a:pPr>
            <a:r>
              <a:rPr/>
              <a:t>Reflection round: “What surprised you about building a robot?” Troop leaders confirm badge completion against the VTK.</a:t>
            </a:r>
          </a:p>
          <a:p>
            <a:pPr lvl="0" indent="0" marL="0">
              <a:spcBef>
                <a:spcPts val="3000"/>
              </a:spcBef>
              <a:buNone/>
            </a:pPr>
            <a:r>
              <a:rPr b="1"/>
              <a:t>Completion Checklist — Module 3</a:t>
            </a:r>
          </a:p>
          <a:p>
            <a:pPr lvl="0"/>
            <a:r>
              <a:rPr/>
              <a:t>☐ Learned about robotics competitions and team roles</a:t>
            </a:r>
          </a:p>
          <a:p>
            <a:pPr lvl="0"/>
            <a:r>
              <a:rPr/>
              <a:t>☐ Created a presentation covering problem, design, and iteration</a:t>
            </a:r>
          </a:p>
          <a:p>
            <a:pPr lvl="0"/>
            <a:r>
              <a:rPr/>
              <a:t>☐ Presented to an audience and answered questions</a:t>
            </a:r>
          </a:p>
          <a:p>
            <a:pPr lvl="0"/>
            <a:r>
              <a:rPr/>
              <a:t>☐ Reflected on what she would build next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(High School Robotics Students)</a:t>
            </a:r>
          </a:p>
        </p:txBody>
      </p:sp>
      <p:sp>
        <p:nvSpPr>
          <p:cNvPr id="3" name="Content Placeholder 2"/>
          <p:cNvSpPr>
            <a:spLocks noGrp="1"/>
          </p:cNvSpPr>
          <p:nvPr>
            <p:ph idx="1"/>
          </p:nvPr>
        </p:nvSpPr>
        <p:spPr/>
        <p:txBody>
          <a:bodyPr/>
          <a:lstStyle/>
          <a:p>
            <a:pPr lvl="0"/>
            <a:r>
              <a:rPr b="1"/>
              <a:t>Ask, don’t tell.</a:t>
            </a:r>
            <a:r>
              <a:rPr/>
              <a:t> Juniors can reason: “What do you think the robot needs to know before it turns?”</a:t>
            </a:r>
          </a:p>
          <a:p>
            <a:pPr lvl="0"/>
            <a:r>
              <a:rPr b="1"/>
              <a:t>Let teams struggle for 3 minutes</a:t>
            </a:r>
            <a:r>
              <a:rPr/>
              <a:t> before stepping in — productive struggle is where learning happens.</a:t>
            </a:r>
          </a:p>
          <a:p>
            <a:pPr lvl="0"/>
            <a:r>
              <a:rPr b="1"/>
              <a:t>Rotate roles inside teams</a:t>
            </a:r>
            <a:r>
              <a:rPr/>
              <a:t> so no Scout only watches: builder, recorder, tester, presenter.</a:t>
            </a:r>
          </a:p>
          <a:p>
            <a:pPr lvl="0"/>
            <a:r>
              <a:rPr b="1"/>
              <a:t>Debug out loud.</a:t>
            </a:r>
            <a:r>
              <a:rPr/>
              <a:t> When you help fix code, narrate your thinking so Scouts hear the process.</a:t>
            </a:r>
          </a:p>
          <a:p>
            <a:pPr lvl="0"/>
            <a:r>
              <a:rPr b="1"/>
              <a:t>Keep the challenge menu real.</a:t>
            </a:r>
            <a:r>
              <a:rPr/>
              <a:t> Juniors engage hardest with problems about people they know (grandparents, pets, neighbors).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Pre/Post Survey (Impact Measurement)</a:t>
            </a:r>
          </a:p>
        </p:txBody>
      </p:sp>
      <p:sp>
        <p:nvSpPr>
          <p:cNvPr id="3" name="Content Placeholder 2"/>
          <p:cNvSpPr>
            <a:spLocks noGrp="1"/>
          </p:cNvSpPr>
          <p:nvPr>
            <p:ph idx="1"/>
          </p:nvPr>
        </p:nvSpPr>
        <p:spPr/>
        <p:txBody>
          <a:bodyPr/>
          <a:lstStyle/>
          <a:p>
            <a:pPr lvl="0" indent="0" marL="0">
              <a:buNone/>
            </a:pPr>
            <a:r>
              <a:rPr/>
              <a:t>1–5 scale, before and after: 1. I know how to write a program with a loop. 2. I can name the main parts of a robot. 3. I feel confident presenting my ideas to a group. 4. I can see myself doing robotics or engineering someday.</a:t>
            </a:r>
          </a:p>
          <a:p>
            <a:pPr lvl="0" indent="0" marL="0">
              <a:buNone/>
            </a:pPr>
            <a:r>
              <a:rPr/>
              <a:t>Report the average change per question as your outcome metric.</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This is an original curriculum aligned to the Junior Robotics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2026-08-11T04:44:05Z</dcterms:created>
  <dcterms:modified xsi:type="dcterms:W3CDTF">2026-08-11T04:44:05Z</dcterms:modified>
</cp:coreProperties>
</file>

<file path=docProps/custom.xml><?xml version="1.0" encoding="utf-8"?>
<Properties xmlns="http://schemas.openxmlformats.org/officeDocument/2006/custom-properties" xmlns:vt="http://schemas.openxmlformats.org/officeDocument/2006/docPropsVTypes"/>
</file>