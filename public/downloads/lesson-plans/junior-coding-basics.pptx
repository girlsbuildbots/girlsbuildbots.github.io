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Coding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Coding for Good — Coding Basics </a:t>
            </a:r>
            <a:r>
              <a:rPr b="1"/>
              <a:t>Series:</a:t>
            </a:r>
            <a:r>
              <a:rPr/>
              <a:t> Coding for Good (Coding Basics · Digital Game Design · App Development)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free browser tools the team or troop can provide.</a:t>
            </a:r>
          </a:p>
          <a:p>
            <a:pPr lvl="0" indent="0" marL="1270000">
              <a:buNone/>
            </a:pPr>
            <a:r>
              <a:rPr sz="2000" b="1"/>
              <a:t>Troop Leaders:</a:t>
            </a:r>
            <a:r>
              <a:rPr sz="2000"/>
              <a:t> This curriculum is designed to </a:t>
            </a:r>
            <a:r>
              <a:rPr sz="2000" i="1"/>
              <a:t>align with</a:t>
            </a:r>
            <a:r>
              <a:rPr sz="2000"/>
              <a:t> the Junior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Every badge in this series ties coding to helping people. Juniors are ready to hear it plainly: programmers build things that solve problems for real users. Mentors: name the “who is this for” in every activity.</a:t>
            </a:r>
          </a:p>
          <a:p>
            <a:pPr lvl="0" indent="0" marL="0">
              <a:buNone/>
            </a:pPr>
            <a:r>
              <a:rPr b="1"/>
              <a:t>Vocabulary:</a:t>
            </a:r>
            <a:r>
              <a:rPr/>
              <a:t> algorithm, program, sequence, loop, event, bug, debug, pseudocode.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Basics (90–120 minutes)</a:t>
            </a:r>
          </a:p>
        </p:txBody>
      </p:sp>
      <p:sp>
        <p:nvSpPr>
          <p:cNvPr id="3" name="Content Placeholder 2"/>
          <p:cNvSpPr>
            <a:spLocks noGrp="1"/>
          </p:cNvSpPr>
          <p:nvPr>
            <p:ph idx="1"/>
          </p:nvPr>
        </p:nvSpPr>
        <p:spPr/>
        <p:txBody>
          <a:bodyPr/>
          <a:lstStyle/>
          <a:p>
            <a:pPr lvl="0" indent="0" marL="0">
              <a:buNone/>
            </a:pPr>
            <a:r>
              <a:rPr b="1"/>
              <a:t>Badge theme:</a:t>
            </a:r>
            <a:r>
              <a:rPr/>
              <a:t> Understanding how coders break big problems into steps a computer can follow — algorithms, sequences, loops, and events.</a:t>
            </a:r>
          </a:p>
          <a:p>
            <a:pPr lvl="0" indent="0" marL="0">
              <a:spcBef>
                <a:spcPts val="3000"/>
              </a:spcBef>
              <a:buNone/>
            </a:pPr>
            <a:r>
              <a:rPr b="1"/>
              <a:t>Materials</a:t>
            </a:r>
          </a:p>
          <a:p>
            <a:pPr lvl="0"/>
            <a:r>
              <a:rPr/>
              <a:t>Laptops with </a:t>
            </a:r>
            <a:r>
              <a:rPr b="1"/>
              <a:t>MakeCode Arcade</a:t>
            </a:r>
            <a:r>
              <a:rPr/>
              <a:t> (arcade.makecode.com) or </a:t>
            </a:r>
            <a:r>
              <a:rPr b="1"/>
              <a:t>Scratch</a:t>
            </a:r>
            <a:r>
              <a:rPr/>
              <a:t> (scratch.mit.edu)</a:t>
            </a:r>
          </a:p>
          <a:p>
            <a:pPr lvl="0"/>
            <a:r>
              <a:rPr/>
              <a:t>Index cards for the unplugged algorithm relay</a:t>
            </a:r>
          </a:p>
          <a:p>
            <a:pPr lvl="0"/>
            <a:r>
              <a:rPr/>
              <a:t>Projector for live coding</a:t>
            </a:r>
          </a:p>
          <a:p>
            <a:pPr lvl="0" indent="0" marL="0">
              <a:spcBef>
                <a:spcPts val="3000"/>
              </a:spcBef>
              <a:buNone/>
            </a:pPr>
            <a:r>
              <a:rPr b="1"/>
              <a:t>Activity 1 — Algorithm Relay (15 min)</a:t>
            </a:r>
          </a:p>
          <a:p>
            <a:pPr lvl="0" indent="0" marL="0">
              <a:buNone/>
            </a:pPr>
            <a:r>
              <a:rPr/>
              <a:t>Teams write an algorithm on cards for a physical task (stack three cups into a tower, do a 4-move dance). Another team executes it </a:t>
            </a:r>
            <a:r>
              <a:rPr i="1"/>
              <a:t>exactly as written</a:t>
            </a:r>
            <a:r>
              <a:rPr/>
              <a:t> — no interpreting! Missing steps and wrong order surface instantly. </a:t>
            </a:r>
            <a:r>
              <a:rPr b="1"/>
              <a:t>Debrief:</a:t>
            </a:r>
            <a:r>
              <a:rPr/>
              <a:t> computers do exactly what we say, so precision is the coder’s job.</a:t>
            </a:r>
          </a:p>
          <a:p>
            <a:pPr lvl="0" indent="0" marL="0">
              <a:spcBef>
                <a:spcPts val="3000"/>
              </a:spcBef>
              <a:buNone/>
            </a:pPr>
            <a:r>
              <a:rPr b="1"/>
              <a:t>Activity 2 — Loops Save Work (15 min)</a:t>
            </a:r>
          </a:p>
          <a:p>
            <a:pPr lvl="0" indent="0" marL="0">
              <a:buNone/>
            </a:pPr>
            <a:r>
              <a:rPr/>
              <a:t>Rewrite a repetitive algorithm (“clap, clap, clap, clap, clap, clap”) using a </a:t>
            </a:r>
            <a:r>
              <a:rPr b="1"/>
              <a:t>loop</a:t>
            </a:r>
            <a:r>
              <a:rPr/>
              <a:t> (“repeat 6: clap”). Then find the loop hiding in real life: brushing every tooth, dealing every card. Loops are how coders avoid writing the same steps forever.</a:t>
            </a:r>
          </a:p>
          <a:p>
            <a:pPr lvl="0" indent="0" marL="0">
              <a:spcBef>
                <a:spcPts val="3000"/>
              </a:spcBef>
              <a:buNone/>
            </a:pPr>
            <a:r>
              <a:rPr b="1"/>
              <a:t>Activity 3 — Build an Interactive Program (50 min)</a:t>
            </a:r>
          </a:p>
          <a:p>
            <a:pPr lvl="0" indent="0" marL="0">
              <a:buNone/>
            </a:pPr>
            <a:r>
              <a:rPr/>
              <a:t>Mentor-led progressive build in MakeCode Arcade, one concept per stage: 1. </a:t>
            </a:r>
            <a:r>
              <a:rPr b="1"/>
              <a:t>Sequence</a:t>
            </a:r>
            <a:r>
              <a:rPr/>
              <a:t> — a sprite appears and walks across the screen 2. </a:t>
            </a:r>
            <a:r>
              <a:rPr b="1"/>
              <a:t>Event</a:t>
            </a:r>
            <a:r>
              <a:rPr/>
              <a:t> — the sprite moves when arrow keys are pressed (</a:t>
            </a:r>
            <a:r>
              <a:rPr i="1"/>
              <a:t>when this happens, do that</a:t>
            </a:r>
            <a:r>
              <a:rPr/>
              <a:t>) 3. </a:t>
            </a:r>
            <a:r>
              <a:rPr b="1"/>
              <a:t>Loop</a:t>
            </a:r>
            <a:r>
              <a:rPr/>
              <a:t> — a star respawns </a:t>
            </a:r>
            <a:r>
              <a:rPr i="1"/>
              <a:t>forever</a:t>
            </a:r>
            <a:r>
              <a:rPr/>
              <a:t> after being collected 4. </a:t>
            </a:r>
            <a:r>
              <a:rPr b="1"/>
              <a:t>Challenge</a:t>
            </a:r>
            <a:r>
              <a:rPr/>
              <a:t> — add a counter that tracks how many stars you’ve collected</a:t>
            </a:r>
          </a:p>
          <a:p>
            <a:pPr lvl="0" indent="0" marL="0">
              <a:buNone/>
            </a:pPr>
            <a:r>
              <a:rPr/>
              <a:t>Fast finishers become deputy mentors for a neighbor — teaching is the best proof of understanding.</a:t>
            </a:r>
          </a:p>
          <a:p>
            <a:pPr lvl="0" indent="0" marL="0">
              <a:spcBef>
                <a:spcPts val="3000"/>
              </a:spcBef>
              <a:buNone/>
            </a:pPr>
            <a:r>
              <a:rPr b="1"/>
              <a:t>Activity 4 — Debug Hunt (15 min) + Wrap (10 min)</a:t>
            </a:r>
          </a:p>
          <a:p>
            <a:pPr lvl="0" indent="0" marL="0">
              <a:buNone/>
            </a:pPr>
            <a:r>
              <a:rPr/>
              <a:t>Mentors hand each pair a short broken program (prepared in advance: a wrong event, a loop that never runs). Scouts find and fix the bug, then explain what was wrong. Closing circle: everyone names the concept they’d teach a friend first — sequence, loop, or event.</a:t>
            </a:r>
          </a:p>
          <a:p>
            <a:pPr lvl="0" indent="0" marL="1270000">
              <a:buNone/>
            </a:pPr>
            <a:r>
              <a:rPr sz="2000" b="1"/>
              <a:t>Robot moment (optional):</a:t>
            </a:r>
            <a:r>
              <a:rPr sz="2000"/>
              <a:t> Share for 60 seconds how the team’s robot code uses the exact same three ideas — sequences for autonomous routines, events for driver buttons, loops for checking sensors — just in a bigger language.</a:t>
            </a:r>
          </a:p>
          <a:p>
            <a:pPr lvl="0" indent="0" marL="0">
              <a:spcBef>
                <a:spcPts val="3000"/>
              </a:spcBef>
              <a:buNone/>
            </a:pPr>
            <a:r>
              <a:rPr b="1"/>
              <a:t>Completion Checklist — Coding Basics</a:t>
            </a:r>
          </a:p>
          <a:p>
            <a:pPr lvl="0" indent="0" marL="0">
              <a:buNone/>
            </a:pPr>
            <a:r>
              <a:rPr/>
              <a:t>By the end of the session, to earn the badge, each Scout can: - [ ] Write a precise algorithm another person (or computer) can follow exactly - [ ] Explain what a loop does and why coders use them - [ ] Build a program that uses a sequence, an event, and a loop - [ ] Find and fix a bug in a program and explain what was wrong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Free browser tools carry the whole session. The “robot moment” box is a 60-second add-on.</a:t>
            </a:r>
          </a:p>
          <a:p>
            <a:pPr lvl="0"/>
            <a:r>
              <a:rPr b="1"/>
              <a:t>Let the relay fail funny.</a:t>
            </a:r>
            <a:r>
              <a:rPr/>
              <a:t> Execute bad algorithms literally and cheerfully — the laughter is the lesson sticking.</a:t>
            </a:r>
          </a:p>
          <a:p>
            <a:pPr lvl="0"/>
            <a:r>
              <a:rPr b="1"/>
              <a:t>Ask, don’t tell.</a:t>
            </a:r>
            <a:r>
              <a:rPr/>
              <a:t> Juniors can reason: “what do you think happens if we move this block?”</a:t>
            </a:r>
          </a:p>
          <a:p>
            <a:pPr lvl="0"/>
            <a:r>
              <a:rPr b="1"/>
              <a:t>Let pairs struggle for three minutes</a:t>
            </a:r>
            <a:r>
              <a:rPr/>
              <a:t> before stepping in — productive struggle is where learning happens.</a:t>
            </a:r>
          </a:p>
          <a:p>
            <a:pPr lvl="0"/>
            <a:r>
              <a:rPr b="1"/>
              <a:t>Deputy mentors are a feature.</a:t>
            </a:r>
            <a:r>
              <a:rPr/>
              <a:t> Promote fast finishers to helpers; it keeps the room moving and builds their confidence.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2026-08-11T04:44:00Z</dcterms:created>
  <dcterms:modified xsi:type="dcterms:W3CDTF">2026-08-11T04:44:00Z</dcterms:modified>
</cp:coreProperties>
</file>

<file path=docProps/custom.xml><?xml version="1.0" encoding="utf-8"?>
<Properties xmlns="http://schemas.openxmlformats.org/officeDocument/2006/custom-properties" xmlns:vt="http://schemas.openxmlformats.org/officeDocument/2006/docPropsVTypes"/>
</file>