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Showcasing Robots 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robotics ecosystem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FIRST</a:t>
            </a:r>
            <a:r>
              <a:rPr/>
              <a:t> programs by age: - </a:t>
            </a:r>
            <a:r>
              <a:rPr b="1"/>
              <a:t>FIRST LEGO League</a:t>
            </a:r>
            <a:r>
              <a:rPr/>
              <a:t> (9–14) — LEGO robots, research projects - </a:t>
            </a:r>
            <a:r>
              <a:rPr b="1"/>
              <a:t>FIRST Tech Challenge</a:t>
            </a:r>
            <a:r>
              <a:rPr/>
              <a:t> (12–18) — metal robots, Java programming - </a:t>
            </a:r>
            <a:r>
              <a:rPr b="1"/>
              <a:t>FIRST Robotics Competition</a:t>
            </a:r>
            <a:r>
              <a:rPr/>
              <a:t> (14–18) — 120-lb robots, 6-week build season</a:t>
            </a:r>
          </a:p>
          <a:p>
            <a:pPr lvl="0" indent="0" marL="0">
              <a:buNone/>
            </a:pPr>
            <a:r>
              <a:rPr/>
              <a:t>Plus: VEX Robotics, science fairs, hackathons, maker spaces…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demo: our FRC robot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Teardown talk — watch for: - Drive train and motors - Sensors (encoders, cameras, gyro) - The manipulator (our robot’s “tool”) - Where the code lives</a:t>
            </a:r>
          </a:p>
          <a:p>
            <a:pPr lvl="0" indent="0" marL="0">
              <a:buNone/>
            </a:pPr>
            <a:r>
              <a:rPr b="1"/>
              <a:t>Q&amp;A as we go — interrupt us!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Teams need more than builders 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FRC team roles: - Programming • CAD/design • Machining - </a:t>
            </a:r>
            <a:r>
              <a:rPr b="1"/>
              <a:t>Strategy</a:t>
            </a:r>
            <a:r>
              <a:rPr/>
              <a:t> — analyzing matches, picking alliances - Scouting &amp; data analysis 📊 - Business, sponsorships, media - </a:t>
            </a:r>
            <a:r>
              <a:rPr b="1"/>
              <a:t>Outreach</a:t>
            </a:r>
            <a:r>
              <a:rPr/>
              <a:t> — which is literally why we’re here today</a:t>
            </a:r>
          </a:p>
          <a:p>
            <a:pPr lvl="0" indent="0" marL="0">
              <a:buNone/>
            </a:pPr>
            <a:r>
              <a:rPr/>
              <a:t>Robotics careers work the same way: mechatronics, CS, biomedical engineering, product design, technical writing…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mission: the public pitch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minutes. Audience: </a:t>
            </a:r>
            <a:r>
              <a:rPr b="1"/>
              <a:t>non-technical</a:t>
            </a:r>
            <a:r>
              <a:rPr/>
              <a:t> — imagine pitching a city council for funding.</a:t>
            </a:r>
          </a:p>
          <a:p>
            <a:pPr lvl="0" indent="-342900" marL="342900">
              <a:buAutoNum type="arabicPeriod"/>
            </a:pPr>
            <a:r>
              <a:rPr b="1"/>
              <a:t>Hook</a:t>
            </a:r>
            <a:r>
              <a:rPr/>
              <a:t> — the human story: who needs this and why</a:t>
            </a:r>
          </a:p>
          <a:p>
            <a:pPr lvl="0" indent="-342900" marL="342900">
              <a:buAutoNum type="arabicPeriod"/>
            </a:pPr>
            <a:r>
              <a:rPr b="1"/>
              <a:t>Solution</a:t>
            </a:r>
            <a:r>
              <a:rPr/>
              <a:t> — your robot, ZERO jargon</a:t>
            </a:r>
          </a:p>
          <a:p>
            <a:pPr lvl="0" indent="-342900" marL="342900">
              <a:buAutoNum type="arabicPeriod"/>
            </a:pPr>
            <a:r>
              <a:rPr b="1"/>
              <a:t>Evidence</a:t>
            </a:r>
            <a:r>
              <a:rPr/>
              <a:t> — what your testing and iteration showed</a:t>
            </a:r>
          </a:p>
          <a:p>
            <a:pPr lvl="0" indent="-342900" marL="342900">
              <a:buAutoNum type="arabicPeriod"/>
            </a:pPr>
            <a:r>
              <a:rPr b="1"/>
              <a:t>Ask</a:t>
            </a:r>
            <a:r>
              <a:rPr/>
              <a:t> — what you’d need to build the real thing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Kill the jargon ⚔️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“actuator”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 motor that moves the arm”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“failure-mode analysis”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“we figured out what breaks first”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“iterate”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“we tested it and made it better”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544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Mentors will flag jargon during rehearsal. </a:t>
            </a:r>
            <a:r>
              <a:rPr b="1"/>
              <a:t>If your grandmother wouldn’t get it, rewrite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Rehearsal rules 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Two full run-throughs</a:t>
            </a:r>
            <a:r>
              <a:rPr/>
              <a:t>, timed</a:t>
            </a:r>
          </a:p>
          <a:p>
            <a:pPr lvl="0"/>
            <a:r>
              <a:rPr/>
              <a:t>Every team member has a speaking role</a:t>
            </a:r>
          </a:p>
          <a:p>
            <a:pPr lvl="0"/>
            <a:r>
              <a:rPr/>
              <a:t>Feedback round after each: clarity, pacing, eye contact</a:t>
            </a:r>
          </a:p>
          <a:p>
            <a:pPr lvl="0"/>
            <a:r>
              <a:rPr/>
              <a:t>Nervous is normal — preparation beats nerves every time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Showtime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to the audience. Then: </a:t>
            </a:r>
            <a:r>
              <a:rPr b="1"/>
              <a:t>Q&amp;A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Handling questions like a pro: - Pause. Breathe. It’s okay to think. - Don’t know? </a:t>
            </a:r>
            <a:r>
              <a:rPr i="1"/>
              <a:t>“Great question — we’d need to test that.”</a:t>
            </a:r>
            <a:r>
              <a:rPr/>
              <a:t> - Disagreement? </a:t>
            </a:r>
            <a:r>
              <a:rPr i="1"/>
              <a:t>“That’s a fair point — here’s our reasoning…”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Learned the full robotics ecosystem and career paths</a:t>
            </a:r>
          </a:p>
          <a:p>
            <a:pPr lvl="0"/>
            <a:r>
              <a:rPr/>
              <a:t>Translated technical work for a general audience</a:t>
            </a:r>
          </a:p>
          <a:p>
            <a:pPr lvl="0"/>
            <a:r>
              <a:rPr/>
              <a:t>Delivered a persuasive public pitch</a:t>
            </a:r>
          </a:p>
          <a:p>
            <a:pPr lvl="0"/>
            <a:r>
              <a:rPr/>
              <a:t>Handled live Q&amp;A</a:t>
            </a:r>
          </a:p>
          <a:p>
            <a:pPr lvl="0"/>
            <a:r>
              <a:rPr b="1"/>
              <a:t>Completed the entire Cadette Robotics badge series</a:t>
            </a:r>
            <a:r>
              <a:rPr/>
              <a:t> 🥳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next step — pick ONE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Join or start a </a:t>
            </a:r>
            <a:r>
              <a:rPr b="1"/>
              <a:t>FIRST Tech Challenge</a:t>
            </a:r>
            <a:r>
              <a:rPr/>
              <a:t> team → firstinspires.org</a:t>
            </a:r>
          </a:p>
          <a:p>
            <a:pPr lvl="0"/>
            <a:r>
              <a:rPr b="1"/>
              <a:t>Girls Who Code</a:t>
            </a:r>
            <a:r>
              <a:rPr/>
              <a:t> clubs &amp; free summer programs → girlswhocode.com</a:t>
            </a:r>
          </a:p>
          <a:p>
            <a:pPr lvl="0"/>
            <a:r>
              <a:rPr b="1"/>
              <a:t>Technovation Girls</a:t>
            </a:r>
            <a:r>
              <a:rPr/>
              <a:t> — build an app, pitch it globally → technovation.org</a:t>
            </a:r>
          </a:p>
          <a:p>
            <a:pPr lvl="0"/>
            <a:r>
              <a:rPr/>
              <a:t>NASA internships start in high school → intern.nasa.gov</a:t>
            </a:r>
          </a:p>
          <a:p>
            <a:pPr lvl="0"/>
            <a:r>
              <a:rPr b="1"/>
              <a:t>Talk to us after</a:t>
            </a:r>
            <a:r>
              <a:rPr/>
              <a:t> — here’s our team’s contact info. Seriously. We started exactly where you are.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2026-08-11T04:44:04Z</dcterms:created>
  <dcterms:modified xsi:type="dcterms:W3CDTF">2026-08-11T04:44:04Z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