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Automotive Design 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Automotive Engineering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idea to road 🛣️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Automotive series follows the real industry pipeline:</a:t>
            </a:r>
          </a:p>
          <a:p>
            <a:pPr lvl="0" indent="0" marL="0">
              <a:buNone/>
            </a:pPr>
            <a:r>
              <a:rPr b="1"/>
              <a:t>Design</a:t>
            </a:r>
            <a:r>
              <a:rPr/>
              <a:t> it → </a:t>
            </a:r>
            <a:r>
              <a:rPr b="1"/>
              <a:t>engineer</a:t>
            </a:r>
            <a:r>
              <a:rPr/>
              <a:t> it → </a:t>
            </a:r>
            <a:r>
              <a:rPr b="1"/>
              <a:t>manufacture</a:t>
            </a:r>
            <a:r>
              <a:rPr/>
              <a:t> it</a:t>
            </a:r>
          </a:p>
          <a:p>
            <a:pPr lvl="0" indent="0" marL="0">
              <a:buNone/>
            </a:pPr>
            <a:r>
              <a:rPr/>
              <a:t>Today: design it for a </a:t>
            </a:r>
            <a:r>
              <a:rPr b="1"/>
              <a:t>user</a:t>
            </a:r>
            <a:r>
              <a:rPr/>
              <a:t> and a </a:t>
            </a:r>
            <a:r>
              <a:rPr b="1"/>
              <a:t>purpose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design is a trade-off ⚖️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STYLE
               /\
              /  \
             /    \
      FUNCTION —— SAFETY</a:t>
            </a:r>
          </a:p>
          <a:p>
            <a:pPr lvl="0" indent="0" marL="0">
              <a:buNone/>
            </a:pPr>
            <a:r>
              <a:rPr/>
              <a:t>You </a:t>
            </a:r>
            <a:r>
              <a:rPr b="1"/>
              <a:t>can’t max out all three</a:t>
            </a:r>
            <a:r>
              <a:rPr/>
              <a:t>. Designers choose deliberately.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corner did each one pick? 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Favors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Gives 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Sports 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style +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cargo space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style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Delivery truck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style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54400"/>
            <a:ext cx="8229600" cy="10033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Designers don’t pick everything — they choose for their user.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Design Brief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team draws a brief card. Unpack it like professionals:</a:t>
            </a:r>
          </a:p>
          <a:p>
            <a:pPr lvl="0"/>
            <a:r>
              <a:rPr b="1"/>
              <a:t>Who</a:t>
            </a:r>
            <a:r>
              <a:rPr/>
              <a:t> is the user?</a:t>
            </a:r>
          </a:p>
          <a:p>
            <a:pPr lvl="0"/>
            <a:r>
              <a:rPr/>
              <a:t>What must it </a:t>
            </a:r>
            <a:r>
              <a:rPr b="1"/>
              <a:t>do</a:t>
            </a:r>
            <a:r>
              <a:rPr/>
              <a:t>? </a:t>
            </a:r>
            <a:r>
              <a:rPr i="1"/>
              <a:t>(function)</a:t>
            </a:r>
          </a:p>
          <a:p>
            <a:pPr lvl="0"/>
            <a:r>
              <a:rPr/>
              <a:t>What would hurt them if it failed? </a:t>
            </a:r>
            <a:r>
              <a:rPr i="1"/>
              <a:t>(safety)</a:t>
            </a:r>
          </a:p>
          <a:p>
            <a:pPr lvl="0"/>
            <a:r>
              <a:rPr/>
              <a:t>What would make them </a:t>
            </a:r>
            <a:r>
              <a:rPr b="1"/>
              <a:t>love</a:t>
            </a:r>
            <a:r>
              <a:rPr/>
              <a:t> it? </a:t>
            </a:r>
            <a:r>
              <a:rPr i="1"/>
              <a:t>(style)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your requirements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must-haves + one nice-to-have</a:t>
            </a:r>
          </a:p>
          <a:p>
            <a:pPr lvl="0" indent="0" marL="0">
              <a:buNone/>
            </a:pPr>
            <a:r>
              <a:rPr/>
              <a:t>That’s a real requirements list — with constraints.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Sketch TWO. Choose ONE. ✍️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Sketch </a:t>
            </a:r>
            <a:r>
              <a:rPr b="1"/>
              <a:t>two different concepts</a:t>
            </a:r>
            <a:r>
              <a:rPr/>
              <a:t> — side view + top view, features labeled.</a:t>
            </a:r>
          </a:p>
          <a:p>
            <a:pPr lvl="0" indent="0" marL="1270000">
              <a:buNone/>
            </a:pPr>
            <a:r>
              <a:rPr sz="2000"/>
              <a:t>Committing to your first idea is the rookie mistake.</a:t>
            </a:r>
          </a:p>
          <a:p>
            <a:pPr lvl="0" indent="0" marL="0">
              <a:buNone/>
            </a:pPr>
            <a:r>
              <a:rPr/>
              <a:t>Comparing two forces real design thinking.</a:t>
            </a:r>
          </a:p>
          <a:p>
            <a:pPr lvl="0" indent="0" marL="0">
              <a:buNone/>
            </a:pPr>
            <a:r>
              <a:rPr b="1"/>
              <a:t>Then pick one — and say what it trades away.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concept model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Cardboard and foam. Show </a:t>
            </a:r>
            <a:r>
              <a:rPr b="1"/>
              <a:t>every must-have feature</a:t>
            </a:r>
            <a:r>
              <a:rPr/>
              <a:t>:</a:t>
            </a:r>
          </a:p>
          <a:p>
            <a:pPr lvl="0"/>
            <a:r>
              <a:rPr/>
              <a:t>A ramp that folds</a:t>
            </a:r>
          </a:p>
          <a:p>
            <a:pPr lvl="0"/>
            <a:r>
              <a:rPr/>
              <a:t>A market stall that opens</a:t>
            </a:r>
          </a:p>
          <a:p>
            <a:pPr lvl="0"/>
            <a:r>
              <a:rPr/>
              <a:t>Weatherproof mail access</a:t>
            </a:r>
          </a:p>
          <a:p>
            <a:pPr lvl="0" indent="0" marL="0">
              <a:buNone/>
            </a:pPr>
            <a:r>
              <a:rPr/>
              <a:t>It doesn’t need to drive. It needs to </a:t>
            </a:r>
            <a:r>
              <a:rPr b="1"/>
              <a:t>communicate the design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Review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team presents: 1. Your </a:t>
            </a:r>
            <a:r>
              <a:rPr b="1"/>
              <a:t>user</a:t>
            </a:r>
            <a:r>
              <a:rPr/>
              <a:t> 2. Your </a:t>
            </a:r>
            <a:r>
              <a:rPr b="1"/>
              <a:t>must-haves</a:t>
            </a:r>
            <a:r>
              <a:rPr/>
              <a:t> 3. The </a:t>
            </a:r>
            <a:r>
              <a:rPr b="1"/>
              <a:t>trade-off</a:t>
            </a:r>
            <a:r>
              <a:rPr/>
              <a:t> you chose 4. The feature you’re </a:t>
            </a:r>
            <a:r>
              <a:rPr b="1"/>
              <a:t>proudest</a:t>
            </a:r>
            <a:r>
              <a:rPr/>
              <a:t> of</a:t>
            </a:r>
          </a:p>
          <a:p>
            <a:pPr lvl="0" indent="0" marL="0">
              <a:buNone/>
            </a:pPr>
            <a:r>
              <a:rPr/>
              <a:t>Audience: one “what about…?” question per team.</a:t>
            </a:r>
          </a:p>
          <a:p>
            <a:pPr lvl="0" indent="0" marL="0">
              <a:buNone/>
            </a:pPr>
            <a:r>
              <a:rPr b="1"/>
              <a:t>Defending your choices is the real job.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designs the robot under the same triangle every season — </a:t>
            </a:r>
            <a:r>
              <a:rPr b="1"/>
              <a:t>speed vs. capability vs. not-breaking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Ask us what this year’s robot traded away.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how style, function, and safety trade off</a:t>
            </a:r>
          </a:p>
          <a:p>
            <a:pPr lvl="0"/>
            <a:r>
              <a:rPr/>
              <a:t>Turned a user’s needs into a must-have requirements list</a:t>
            </a:r>
          </a:p>
          <a:p>
            <a:pPr lvl="0"/>
            <a:r>
              <a:rPr/>
              <a:t>Compared two concept sketches and justified your choice</a:t>
            </a:r>
          </a:p>
          <a:p>
            <a:pPr lvl="0"/>
            <a:r>
              <a:rPr/>
              <a:t>Built and presented a concept model of your design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Pick any vehicle you see: which corner of the triangle did it choose?</a:t>
            </a:r>
          </a:p>
          <a:p>
            <a:pPr lvl="0"/>
            <a:r>
              <a:rPr/>
              <a:t>Sketch two concepts for anything — then choose, and say why</a:t>
            </a:r>
          </a:p>
          <a:p>
            <a:pPr lvl="0"/>
            <a:r>
              <a:rPr/>
              <a:t>Ask your troop leader about the next Automotive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2026-08-11T04:43:58Z</dcterms:created>
  <dcterms:modified xsi:type="dcterms:W3CDTF">2026-08-11T04:43:58Z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