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Showcasing Robots 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Junior Robotics Badge — Girls Build Bots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Presented by your robotics mentors!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Welcome to OUR world 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a high school </a:t>
            </a:r>
            <a:r>
              <a:rPr b="1"/>
              <a:t>FIRST Robotics</a:t>
            </a:r>
            <a:r>
              <a:rPr/>
              <a:t> team!</a:t>
            </a:r>
          </a:p>
          <a:p>
            <a:pPr lvl="0"/>
            <a:r>
              <a:rPr/>
              <a:t>We get 6–8 weeks to build a robot the size of a washing machine</a:t>
            </a:r>
          </a:p>
          <a:p>
            <a:pPr lvl="0"/>
            <a:r>
              <a:rPr/>
              <a:t>Then we compete against teams from around the world 🌍</a:t>
            </a:r>
          </a:p>
          <a:p>
            <a:pPr lvl="0"/>
            <a:r>
              <a:rPr b="1"/>
              <a:t>Watch this competition match video…</a:t>
            </a:r>
            <a:r>
              <a:rPr/>
              <a:t> 🎬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There’s a place for EVERYONE 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Robotics teams need: - 👩‍💻 </a:t>
            </a:r>
            <a:r>
              <a:rPr b="1"/>
              <a:t>Programmers</a:t>
            </a:r>
            <a:r>
              <a:rPr/>
              <a:t> — write the robot’s brain - 🔧 </a:t>
            </a:r>
            <a:r>
              <a:rPr b="1"/>
              <a:t>Builders</a:t>
            </a:r>
            <a:r>
              <a:rPr/>
              <a:t> — design and machine the parts - 📊 </a:t>
            </a:r>
            <a:r>
              <a:rPr b="1"/>
              <a:t>Strategists</a:t>
            </a:r>
            <a:r>
              <a:rPr/>
              <a:t> — plan how to win matches - 📣 </a:t>
            </a:r>
            <a:r>
              <a:rPr b="1"/>
              <a:t>Outreach</a:t>
            </a:r>
            <a:r>
              <a:rPr/>
              <a:t> — teach the community (that’s why we’re here!) - 💼 </a:t>
            </a:r>
            <a:r>
              <a:rPr b="1"/>
              <a:t>Business</a:t>
            </a:r>
            <a:r>
              <a:rPr/>
              <a:t> — sponsorships and budgets</a:t>
            </a:r>
          </a:p>
          <a:p>
            <a:pPr lvl="0" indent="0" marL="0">
              <a:buNone/>
            </a:pPr>
            <a:r>
              <a:rPr b="1"/>
              <a:t>You don’t have to love ALL of it to belong in robotics.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Now it’s YOUR turn to showcase 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Turn your robot design into a presentation:</a:t>
            </a:r>
          </a:p>
          <a:p>
            <a:pPr lvl="0" indent="-342900" marL="342900">
              <a:buAutoNum type="arabicPeriod"/>
            </a:pPr>
            <a:r>
              <a:rPr b="1"/>
              <a:t>The problem</a:t>
            </a:r>
            <a:r>
              <a:rPr/>
              <a:t> we chose and why it matters</a:t>
            </a:r>
          </a:p>
          <a:p>
            <a:pPr lvl="0" indent="-342900" marL="342900">
              <a:buAutoNum type="arabicPeriod"/>
            </a:pPr>
            <a:r>
              <a:rPr b="1"/>
              <a:t>Our robot</a:t>
            </a:r>
            <a:r>
              <a:rPr/>
              <a:t> — parts and how it works</a:t>
            </a:r>
          </a:p>
          <a:p>
            <a:pPr lvl="0" indent="-342900" marL="342900">
              <a:buAutoNum type="arabicPeriod"/>
            </a:pPr>
            <a:r>
              <a:rPr b="1"/>
              <a:t>What went wrong</a:t>
            </a:r>
            <a:r>
              <a:rPr/>
              <a:t> and how we fixed it</a:t>
            </a:r>
          </a:p>
          <a:p>
            <a:pPr lvl="0" indent="-342900" marL="342900">
              <a:buAutoNum type="arabicPeriod"/>
            </a:pPr>
            <a:r>
              <a:rPr b="1"/>
              <a:t>What we’d build next</a:t>
            </a:r>
          </a:p>
          <a:p>
            <a:pPr lvl="0" indent="0" marL="0">
              <a:buNone/>
            </a:pPr>
            <a:r>
              <a:rPr/>
              <a:t>Pick your style: poster 🖼️, slides 💻, or live demo theater 🎭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 power tips 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Everyone speaks</a:t>
            </a:r>
            <a:r>
              <a:rPr/>
              <a:t> — divide the four parts among your team</a:t>
            </a:r>
          </a:p>
          <a:p>
            <a:pPr lvl="0"/>
            <a:r>
              <a:rPr/>
              <a:t>Practice </a:t>
            </a:r>
            <a:r>
              <a:rPr b="1"/>
              <a:t>twice</a:t>
            </a:r>
            <a:r>
              <a:rPr/>
              <a:t>, out loud, standing up</a:t>
            </a:r>
          </a:p>
          <a:p>
            <a:pPr lvl="0"/>
            <a:r>
              <a:rPr/>
              <a:t>Slow down — nervous people talk fast</a:t>
            </a:r>
          </a:p>
          <a:p>
            <a:pPr lvl="0"/>
            <a:r>
              <a:rPr/>
              <a:t>The “what went wrong” part is the BEST part — engineers love failure stories!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Showcase Fair! 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Science-fair style: - Your team at your station - Visitors rotate through and ask questions - Answer with confidence — </a:t>
            </a:r>
            <a:r>
              <a:rPr b="1"/>
              <a:t>you’re the expert on YOUR design</a:t>
            </a:r>
          </a:p>
          <a:p>
            <a:pPr lvl="0" indent="0" marL="0">
              <a:buNone/>
            </a:pPr>
            <a:r>
              <a:rPr/>
              <a:t>Awards incoming… 🏆 </a:t>
            </a:r>
            <a:r>
              <a:rPr i="1"/>
              <a:t>Most Creative Sensor… Best Debugging Story… and more!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did it! 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 you: - ✅ Saw what competitive robotics looks like - ✅ Built a real presentation - ✅ Presented like an engineer - ✅ Finished the entire Robotics badge series! 🥳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next steps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FIRST LEGO League</a:t>
            </a:r>
            <a:r>
              <a:rPr/>
              <a:t> (ages 9–14) — firstinspires.org/robotics/fll</a:t>
            </a:r>
          </a:p>
          <a:p>
            <a:pPr lvl="0"/>
            <a:r>
              <a:rPr/>
              <a:t>Ask your troop leader about STEM events at our school</a:t>
            </a:r>
          </a:p>
          <a:p>
            <a:pPr lvl="0"/>
            <a:r>
              <a:rPr b="1"/>
              <a:t>girlswhocode.com</a:t>
            </a:r>
            <a:r>
              <a:rPr/>
              <a:t> — free clubs and summer programs</a:t>
            </a:r>
          </a:p>
          <a:p>
            <a:pPr lvl="0"/>
            <a:r>
              <a:rPr/>
              <a:t>Come see us compete — matches are free to watch and LOUD 📢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EECE1"/>
      </a:lt2>
      <a:accent1>
        <a:srgbClr val="1F3864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2026-08-11T04:44:05Z</dcterms:created>
  <dcterms:modified xsi:type="dcterms:W3CDTF">2026-08-11T04:44:05Z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