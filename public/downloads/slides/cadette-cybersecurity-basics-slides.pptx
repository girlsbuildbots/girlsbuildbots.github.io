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Basics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Knowledge over fear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 get the honest, technical version:</a:t>
            </a:r>
          </a:p>
          <a:p>
            <a:pPr lvl="0"/>
            <a:r>
              <a:rPr/>
              <a:t>How the internet </a:t>
            </a:r>
            <a:r>
              <a:rPr b="1"/>
              <a:t>actually</a:t>
            </a:r>
            <a:r>
              <a:rPr/>
              <a:t> moves your data</a:t>
            </a:r>
          </a:p>
          <a:p>
            <a:pPr lvl="0"/>
            <a:r>
              <a:rPr/>
              <a:t>What encryption </a:t>
            </a:r>
            <a:r>
              <a:rPr b="1"/>
              <a:t>really</a:t>
            </a:r>
            <a:r>
              <a:rPr/>
              <a:t> does</a:t>
            </a:r>
          </a:p>
          <a:p>
            <a:pPr lvl="0"/>
            <a:r>
              <a:rPr/>
              <a:t>What happens to information you hand over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Someone who understands the system protects herself better than someone who’s just been warned about it.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Packet Game 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messages don’t travel whole.</a:t>
            </a:r>
          </a:p>
          <a:p>
            <a:pPr lvl="0" indent="0" marL="0">
              <a:buNone/>
            </a:pPr>
            <a:r>
              <a:rPr/>
              <a:t>They’re split into </a:t>
            </a:r>
            <a:r>
              <a:rPr b="1"/>
              <a:t>packets</a:t>
            </a:r>
            <a:r>
              <a:rPr/>
              <a:t> that hop router to router and reassemble at the destination.</a:t>
            </a:r>
          </a:p>
          <a:p>
            <a:pPr lvl="0" indent="-342900" marL="342900">
              <a:buAutoNum type="arabicPeriod"/>
            </a:pPr>
            <a:r>
              <a:rPr/>
              <a:t>Split your message across </a:t>
            </a:r>
            <a:r>
              <a:rPr b="1"/>
              <a:t>three numbered cards</a:t>
            </a:r>
          </a:p>
          <a:p>
            <a:pPr lvl="0" indent="-342900" marL="342900">
              <a:buAutoNum type="arabicPeriod"/>
            </a:pPr>
            <a:r>
              <a:rPr/>
              <a:t>Hand them to different </a:t>
            </a:r>
            <a:r>
              <a:rPr b="1"/>
              <a:t>routers</a:t>
            </a:r>
          </a:p>
          <a:p>
            <a:pPr lvl="0" indent="-342900" marL="342900">
              <a:buAutoNum type="arabicPeriod"/>
            </a:pPr>
            <a:r>
              <a:rPr/>
              <a:t>They arrive out of order — one gets delayed</a:t>
            </a:r>
          </a:p>
          <a:p>
            <a:pPr lvl="0" indent="-342900" marL="342900">
              <a:buAutoNum type="arabicPeriod"/>
            </a:pPr>
            <a:r>
              <a:rPr/>
              <a:t>The receiver </a:t>
            </a:r>
            <a:r>
              <a:rPr b="1"/>
              <a:t>reassembles by number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 2: the snooping router 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unprotected card gets </a:t>
            </a:r>
            <a:r>
              <a:rPr b="1"/>
              <a:t>read aloud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Debrief:</a:t>
            </a:r>
            <a:r>
              <a:rPr/>
              <a:t> your data crosses machines you don’t control.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Which is exactly why encryption exists.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Encryption, for real 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Encrypt with the cipher wheel. Send it through the snooper.</a:t>
            </a:r>
          </a:p>
          <a:p>
            <a:pPr lvl="0" indent="0" marL="0">
              <a:buNone/>
            </a:pPr>
            <a:r>
              <a:rPr b="1"/>
              <a:t>The snooper now gets gibberish.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cipher wheel to HTTPS 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 encryption is this same concept — with math too hard to break.</a:t>
            </a:r>
          </a:p>
          <a:p>
            <a:pPr lvl="0" indent="0" marL="0">
              <a:buNone/>
            </a:pPr>
            <a:r>
              <a:rPr b="1"/>
              <a:t>HTTPS</a:t>
            </a:r>
            <a:r>
              <a:rPr/>
              <a:t> — the padlock in your browser — means it’s happening automatically.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New rule of thumb: no padlock, no passwords.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does your data go? 🗺️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scenario card, map it out:</a:t>
            </a:r>
          </a:p>
          <a:p>
            <a:pPr lvl="0"/>
            <a:r>
              <a:rPr/>
              <a:t>What </a:t>
            </a:r>
            <a:r>
              <a:rPr b="1"/>
              <a:t>data</a:t>
            </a:r>
            <a:r>
              <a:rPr/>
              <a:t> is generated?</a:t>
            </a:r>
          </a:p>
          <a:p>
            <a:pPr lvl="0"/>
            <a:r>
              <a:rPr b="1"/>
              <a:t>Who</a:t>
            </a:r>
            <a:r>
              <a:rPr/>
              <a:t> receives it?</a:t>
            </a:r>
          </a:p>
          <a:p>
            <a:pPr lvl="0"/>
            <a:r>
              <a:rPr/>
              <a:t>Where might it </a:t>
            </a:r>
            <a:r>
              <a:rPr b="1"/>
              <a:t>travel from there</a:t>
            </a:r>
            <a:r>
              <a:rPr/>
              <a:t>? </a:t>
            </a:r>
            <a:r>
              <a:rPr i="1"/>
              <a:t>(the app’s server, advertisers, “free” quiz companies)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Metadata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 </a:t>
            </a:r>
            <a:r>
              <a:rPr b="1"/>
              <a:t>without the content</a:t>
            </a:r>
            <a:r>
              <a:rPr/>
              <a:t>, the </a:t>
            </a:r>
            <a:r>
              <a:rPr i="1"/>
              <a:t>when / where / who</a:t>
            </a:r>
            <a:r>
              <a:rPr/>
              <a:t> of your activity tells a story.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is the price of “free.”</a:t>
            </a:r>
          </a:p>
          <a:p>
            <a:pPr lvl="0" indent="0" marL="0">
              <a:buNone/>
            </a:pPr>
            <a:r>
              <a:rPr/>
              <a:t>You should know what you’re paying.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NOVA Cyber Lab round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 the defense-focused lab game.</a:t>
            </a:r>
          </a:p>
          <a:p>
            <a:pPr lvl="0" indent="0" marL="0">
              <a:buNone/>
            </a:pPr>
            <a:r>
              <a:rPr/>
              <a:t>Connect what’s on screen back to the cipher wheels and the packet cards.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robot and driver station exchange </a:t>
            </a:r>
            <a:r>
              <a:rPr b="1"/>
              <a:t>packets</a:t>
            </a:r>
            <a:r>
              <a:rPr/>
              <a:t> over a locked-down field network.</a:t>
            </a:r>
          </a:p>
          <a:p>
            <a:pPr lvl="0" indent="0" marL="0">
              <a:buNone/>
            </a:pPr>
            <a:r>
              <a:rPr/>
              <a:t>The connection is secured so </a:t>
            </a:r>
            <a:r>
              <a:rPr b="1"/>
              <a:t>only our station</a:t>
            </a:r>
            <a:r>
              <a:rPr/>
              <a:t> can command our robot.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Name: 1. One thing you understand about the internet that you didn’t this morning 2. One </a:t>
            </a:r>
            <a:r>
              <a:rPr b="1"/>
              <a:t>behavior you’ll change</a:t>
            </a:r>
            <a:r>
              <a:rPr/>
              <a:t> because of it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how data travels the internet in packets through routers</a:t>
            </a:r>
          </a:p>
          <a:p>
            <a:pPr lvl="0"/>
            <a:r>
              <a:rPr/>
              <a:t>Encrypted and decrypted a message, and explained what HTTPS signals</a:t>
            </a:r>
          </a:p>
          <a:p>
            <a:pPr lvl="0"/>
            <a:r>
              <a:rPr/>
              <a:t>Mapped where personal data goes after an everyday online action</a:t>
            </a:r>
          </a:p>
          <a:p>
            <a:pPr lvl="0"/>
            <a:r>
              <a:rPr/>
              <a:t>Explained what metadata reveals even without message content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pbs.org/wgbh/nova/labs/lab/cyber/</a:t>
            </a:r>
            <a:r>
              <a:rPr/>
              <a:t> — the full NOVA Cybersecurity Lab</a:t>
            </a:r>
          </a:p>
          <a:p>
            <a:pPr lvl="0"/>
            <a:r>
              <a:rPr b="1"/>
              <a:t>cyber.org</a:t>
            </a:r>
            <a:r>
              <a:rPr/>
              <a:t> — free cybersecurity coursework</a:t>
            </a:r>
          </a:p>
          <a:p>
            <a:pPr lvl="0"/>
            <a:r>
              <a:rPr/>
              <a:t>Check the padlock before you type a password. Every time.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2026-08-11T04:43:55Z</dcterms:created>
  <dcterms:modified xsi:type="dcterms:W3CDTF">2026-08-11T04:43:55Z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