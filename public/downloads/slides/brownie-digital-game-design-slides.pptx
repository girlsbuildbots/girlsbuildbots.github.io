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Game Design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Coding for Good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not just coding today 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making something </a:t>
            </a:r>
            <a:r>
              <a:rPr b="1"/>
              <a:t>fun and fair for a real player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That’s what “coding for good” means in game design.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game a GAME? 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take apart a game you already know — tag, or tic-tac-toe.</a:t>
            </a:r>
          </a:p>
          <a:p>
            <a:pPr lvl="0" indent="0" marL="0">
              <a:buNone/>
            </a:pPr>
            <a:r>
              <a:rPr/>
              <a:t>Every game has: - A </a:t>
            </a:r>
            <a:r>
              <a:rPr b="1"/>
              <a:t>goal</a:t>
            </a:r>
            <a:r>
              <a:rPr/>
              <a:t> 🎯 — what you’re trying to do - </a:t>
            </a:r>
            <a:r>
              <a:rPr b="1"/>
              <a:t>Rules</a:t>
            </a:r>
            <a:r>
              <a:rPr/>
              <a:t> 📜 — what you’re allowed to do - Something that makes it </a:t>
            </a:r>
            <a:r>
              <a:rPr b="1"/>
              <a:t>fair and fun</a:t>
            </a:r>
            <a:r>
              <a:rPr/>
              <a:t> 😄</a:t>
            </a:r>
          </a:p>
          <a:p>
            <a:pPr lvl="0" indent="0" marL="0">
              <a:buNone/>
            </a:pPr>
            <a:r>
              <a:rPr b="1"/>
              <a:t>Every video game designer starts with these same three pieces.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Designers plan FIRST 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we touch a screen, fill in your </a:t>
            </a:r>
            <a:r>
              <a:rPr b="1"/>
              <a:t>game recipe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My game’s </a:t>
            </a:r>
            <a:r>
              <a:rPr b="1"/>
              <a:t>goal</a:t>
            </a:r>
            <a:r>
              <a:rPr/>
              <a:t> is…</a:t>
            </a:r>
          </a:p>
          <a:p>
            <a:pPr lvl="0" indent="-342900" marL="342900">
              <a:buAutoNum type="arabicPeriod"/>
            </a:pPr>
            <a:r>
              <a:rPr b="1"/>
              <a:t>How you win</a:t>
            </a:r>
            <a:r>
              <a:rPr/>
              <a:t>…</a:t>
            </a:r>
          </a:p>
          <a:p>
            <a:pPr lvl="0" indent="-342900" marL="342900">
              <a:buAutoNum type="arabicPeriod"/>
            </a:pPr>
            <a:r>
              <a:rPr/>
              <a:t>What makes it </a:t>
            </a:r>
            <a:r>
              <a:rPr b="1"/>
              <a:t>fun</a:t>
            </a:r>
            <a:r>
              <a:rPr/>
              <a:t>…</a:t>
            </a:r>
          </a:p>
          <a:p>
            <a:pPr lvl="0" indent="0" marL="0">
              <a:buNone/>
            </a:pPr>
            <a:r>
              <a:rPr/>
              <a:t>Keep it </a:t>
            </a:r>
            <a:r>
              <a:rPr b="1"/>
              <a:t>small</a:t>
            </a:r>
            <a:r>
              <a:rPr/>
              <a:t>: one goal, one way to win.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Build: your Collector Game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Follow your mentor, one step at a time: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player sprite</a:t>
            </a:r>
            <a:r>
              <a:rPr/>
              <a:t> that moves with the arrow keys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good thing</a:t>
            </a:r>
            <a:r>
              <a:rPr/>
              <a:t> to collect — a star, an apple 🍎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score</a:t>
            </a:r>
            <a:r>
              <a:rPr/>
              <a:t> that goes up when you collect it</a:t>
            </a:r>
          </a:p>
          <a:p>
            <a:pPr lvl="0" indent="-342900" marL="342900">
              <a:buAutoNum type="arabicPeriod"/>
            </a:pPr>
            <a:r>
              <a:rPr/>
              <a:t>A </a:t>
            </a:r>
            <a:r>
              <a:rPr b="1"/>
              <a:t>win message</a:t>
            </a:r>
            <a:r>
              <a:rPr/>
              <a:t> when your score hits the target</a:t>
            </a:r>
          </a:p>
          <a:p>
            <a:pPr lvl="0" indent="0" marL="0">
              <a:buNone/>
            </a:pPr>
            <a:r>
              <a:rPr/>
              <a:t>Finished early? Add a sound 🔊 or a “bad thing” to avoid!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Bugs are GOOD! 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your game doesn’t work, that’s a </a:t>
            </a:r>
            <a:r>
              <a:rPr b="1"/>
              <a:t>bug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Finding one means you’re doing </a:t>
            </a:r>
            <a:r>
              <a:rPr b="1"/>
              <a:t>real programming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Fixing it is called </a:t>
            </a:r>
            <a:r>
              <a:rPr b="1"/>
              <a:t>debugging</a:t>
            </a:r>
            <a:r>
              <a:rPr/>
              <a:t>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Playtest Swap 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Swap seats. Play your neighbor’s game!</a:t>
            </a:r>
          </a:p>
          <a:p>
            <a:pPr lvl="0" indent="0" marL="0">
              <a:buNone/>
            </a:pPr>
            <a:r>
              <a:rPr/>
              <a:t>Then give </a:t>
            </a:r>
            <a:r>
              <a:rPr b="1"/>
              <a:t>two stars and a wish</a:t>
            </a:r>
            <a:r>
              <a:rPr/>
              <a:t>: - ⭐ One kind thing you liked - ⭐ One more kind thing you liked - 💫 One idea to make it even better</a:t>
            </a:r>
          </a:p>
          <a:p>
            <a:pPr lvl="0" indent="0" marL="0">
              <a:buNone/>
            </a:pPr>
            <a:r>
              <a:rPr b="1"/>
              <a:t>Playtesting is a real game-design job.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 moment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single year, a </a:t>
            </a:r>
            <a:r>
              <a:rPr b="1"/>
              <a:t>brand-new game</a:t>
            </a:r>
            <a:r>
              <a:rPr/>
              <a:t> is invented for robotics competitions.</a:t>
            </a:r>
          </a:p>
          <a:p>
            <a:pPr lvl="0" indent="0" marL="0">
              <a:buNone/>
            </a:pPr>
            <a:r>
              <a:rPr/>
              <a:t>Our team designs a whole strategy around fresh rules — exactly like designing a game.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Hands up! 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Whose game </a:t>
            </a:r>
            <a:r>
              <a:rPr b="1"/>
              <a:t>changed</a:t>
            </a:r>
            <a:r>
              <a:rPr/>
              <a:t> after someone else played it?</a:t>
            </a:r>
          </a:p>
          <a:p>
            <a:pPr lvl="0" indent="0" marL="0">
              <a:buNone/>
            </a:pPr>
            <a:r>
              <a:rPr/>
              <a:t>That’s how real designers work.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Named the parts of a game: goal, rules, fair and fun - ✅ Planned your game on paper first - ✅ Built a game you can actually play - ✅ Made it better after a playtest</a:t>
            </a:r>
          </a:p>
          <a:p>
            <a:pPr lvl="0" indent="0" marL="0">
              <a:buNone/>
            </a:pPr>
            <a:r>
              <a:rPr b="1"/>
              <a:t>You are a game designer now!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MakeCode Arcade:</a:t>
            </a:r>
            <a:r>
              <a:rPr/>
              <a:t> arcade.makecode.com (free!)</a:t>
            </a:r>
          </a:p>
          <a:p>
            <a:pPr lvl="0"/>
            <a:r>
              <a:rPr b="1"/>
              <a:t>Scratch:</a:t>
            </a:r>
            <a:r>
              <a:rPr/>
              <a:t> scratch.mit.edu — make games and stories</a:t>
            </a:r>
          </a:p>
          <a:p>
            <a:pPr lvl="0"/>
            <a:r>
              <a:rPr/>
              <a:t>Ask your troop leader about the next Coding for Good badge!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📣 Share Your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Troop leaders &amp; robotics teams</a:t>
            </a:r>
            <a:r>
              <a:rPr/>
              <a:t> — if you used this curriculum, please:</a:t>
            </a:r>
          </a:p>
          <a:p>
            <a:pPr lvl="0" indent="-342900" marL="342900">
              <a:buAutoNum type="arabicPeriod"/>
            </a:pPr>
            <a:r>
              <a:rPr b="1"/>
              <a:t>Credit us</a:t>
            </a:r>
            <a:r>
              <a:rPr/>
              <a:t> — the curriculum comes from </a:t>
            </a:r>
            <a:r>
              <a:rPr b="1"/>
              <a:t>Girls Build Bots</a:t>
            </a:r>
          </a:p>
          <a:p>
            <a:pPr lvl="0" indent="-342900" marL="342900">
              <a:buAutoNum type="arabicPeriod"/>
            </a:pPr>
            <a:r>
              <a:rPr b="1"/>
              <a:t>Tag us</a:t>
            </a:r>
            <a:r>
              <a:rPr/>
              <a:t> — </a:t>
            </a:r>
            <a:r>
              <a:rPr b="1"/>
              <a:t>@girlsbuildbots</a:t>
            </a:r>
            <a:r>
              <a:rPr/>
              <a:t> on Instagram</a:t>
            </a:r>
          </a:p>
          <a:p>
            <a:pPr lvl="0" indent="-342900" marL="342900">
              <a:buAutoNum type="arabicPeriod"/>
            </a:pPr>
            <a:r>
              <a:rPr b="1"/>
              <a:t>Report your results</a:t>
            </a:r>
            <a:r>
              <a:rPr/>
              <a:t> — email </a:t>
            </a:r>
            <a:r>
              <a:rPr b="1"/>
              <a:t>girlsbuildbots@gmail.com</a:t>
            </a:r>
            <a:r>
              <a:rPr/>
              <a:t> with how many girls took part, how many badges were earned, and how it went</a:t>
            </a:r>
          </a:p>
          <a:p>
            <a:pPr lvl="0" indent="0" marL="0">
              <a:buNone/>
            </a:pPr>
            <a:r>
              <a:rPr/>
              <a:t>This is how the program grows — and how the next troop and team get better materials.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2026-08-11T04:43:53Z</dcterms:created>
  <dcterms:modified xsi:type="dcterms:W3CDTF">2026-08-11T04:43:53Z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