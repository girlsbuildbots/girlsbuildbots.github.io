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Programming Robots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Brownie Robotics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 robot?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robot is a machine that can: - </a:t>
            </a:r>
            <a:r>
              <a:rPr b="1"/>
              <a:t>SENSE</a:t>
            </a:r>
            <a:r>
              <a:rPr/>
              <a:t> — see, hear, or feel things around it 👀 - </a:t>
            </a:r>
            <a:r>
              <a:rPr b="1"/>
              <a:t>THINK</a:t>
            </a:r>
            <a:r>
              <a:rPr/>
              <a:t> — decide what to do 🧠 - </a:t>
            </a:r>
            <a:r>
              <a:rPr b="1"/>
              <a:t>ACT</a:t>
            </a:r>
            <a:r>
              <a:rPr/>
              <a:t> — move or do a job 🦾</a:t>
            </a:r>
          </a:p>
          <a:p>
            <a:pPr lvl="0" indent="0" marL="0">
              <a:buNone/>
            </a:pPr>
            <a:r>
              <a:rPr b="1"/>
              <a:t>Question for you:</a:t>
            </a:r>
            <a:r>
              <a:rPr/>
              <a:t> What robots have you seen in real life?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a PROGRAM?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program is a </a:t>
            </a:r>
            <a:r>
              <a:rPr b="1"/>
              <a:t>list of steps</a:t>
            </a:r>
            <a:r>
              <a:rPr/>
              <a:t> that tells a robot exactly what to do.</a:t>
            </a:r>
          </a:p>
          <a:p>
            <a:pPr lvl="0" indent="0" marL="0">
              <a:buNone/>
            </a:pPr>
            <a:r>
              <a:rPr/>
              <a:t>Like a recipe! 🧁 1. Get a bowl 2. Add flour 3. Add eggs 4. Mix!</a:t>
            </a:r>
          </a:p>
          <a:p>
            <a:pPr lvl="0" indent="0" marL="0">
              <a:buNone/>
            </a:pPr>
            <a:r>
              <a:rPr/>
              <a:t>Robots follow their recipe </a:t>
            </a:r>
            <a:r>
              <a:rPr b="1"/>
              <a:t>exactly</a:t>
            </a:r>
            <a:r>
              <a:rPr/>
              <a:t> — even if it’s wrong!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Game Time: Robot Says! 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mentor is now a ROBOT.</a:t>
            </a:r>
          </a:p>
          <a:p>
            <a:pPr lvl="0"/>
            <a:r>
              <a:rPr/>
              <a:t>Robots only follow </a:t>
            </a:r>
            <a:r>
              <a:rPr b="1"/>
              <a:t>clear</a:t>
            </a:r>
            <a:r>
              <a:rPr/>
              <a:t> commands</a:t>
            </a:r>
          </a:p>
          <a:p>
            <a:pPr lvl="0"/>
            <a:r>
              <a:rPr/>
              <a:t>“Take 3 steps forward” ✅</a:t>
            </a:r>
          </a:p>
          <a:p>
            <a:pPr lvl="0"/>
            <a:r>
              <a:rPr/>
              <a:t>“Go over there” ❌ </a:t>
            </a:r>
            <a:r>
              <a:rPr i="1"/>
              <a:t>ERROR BEEP!</a:t>
            </a:r>
          </a:p>
          <a:p>
            <a:pPr lvl="0" indent="0" marL="0">
              <a:buNone/>
            </a:pPr>
            <a:r>
              <a:rPr b="1"/>
              <a:t>Your mission:</a:t>
            </a:r>
            <a:r>
              <a:rPr/>
              <a:t> program your mentor to walk across the room!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Human Maze 🗺️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 in pairs: - One of you is the </a:t>
            </a:r>
            <a:r>
              <a:rPr b="1"/>
              <a:t>ROBOT</a:t>
            </a:r>
            <a:r>
              <a:rPr/>
              <a:t> 🤖 - One of you is the </a:t>
            </a:r>
            <a:r>
              <a:rPr b="1"/>
              <a:t>PROGRAMMER</a:t>
            </a:r>
            <a:r>
              <a:rPr/>
              <a:t> 👩‍💻</a:t>
            </a:r>
          </a:p>
          <a:p>
            <a:pPr lvl="0" indent="-342900" marL="342900">
              <a:buAutoNum type="arabicPeriod"/>
            </a:pPr>
            <a:r>
              <a:rPr/>
              <a:t>Programmer: line up your arrow cards</a:t>
            </a:r>
          </a:p>
          <a:p>
            <a:pPr lvl="0" indent="-342900" marL="342900">
              <a:buAutoNum type="arabicPeriod"/>
            </a:pPr>
            <a:r>
              <a:rPr/>
              <a:t>Robot: follow the cards EXACTLY</a:t>
            </a:r>
          </a:p>
          <a:p>
            <a:pPr lvl="0" indent="-342900" marL="342900">
              <a:buAutoNum type="arabicPeriod"/>
            </a:pPr>
            <a:r>
              <a:rPr/>
              <a:t>Hit an obstacle? That’s a </a:t>
            </a:r>
            <a:r>
              <a:rPr b="1"/>
              <a:t>BUG</a:t>
            </a:r>
            <a:r>
              <a:rPr/>
              <a:t>! 🐛</a:t>
            </a:r>
          </a:p>
          <a:p>
            <a:pPr lvl="0" indent="-342900" marL="342900">
              <a:buAutoNum type="arabicPeriod"/>
            </a:pPr>
            <a:r>
              <a:rPr/>
              <a:t>Fix your cards and try again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Bugs are GOOD! 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a program doesn’t work, that’s called a </a:t>
            </a:r>
            <a:r>
              <a:rPr b="1"/>
              <a:t>bug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Real programmers find bugs </a:t>
            </a:r>
            <a:r>
              <a:rPr b="1"/>
              <a:t>every single day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Finding a bug means you’re doing real programming!</a:t>
            </a:r>
          </a:p>
          <a:p>
            <a:pPr lvl="0" indent="0" marL="0">
              <a:buNone/>
            </a:pPr>
            <a:r>
              <a:rPr b="1"/>
              <a:t>Plan → Run → Find the bug → Fix it → Run again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let’s program on a computer! 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We’ll use </a:t>
            </a:r>
            <a:r>
              <a:rPr b="1"/>
              <a:t>MakeCode Arcade</a:t>
            </a:r>
          </a:p>
          <a:p>
            <a:pPr lvl="0" indent="0" marL="0">
              <a:buNone/>
            </a:pPr>
            <a:r>
              <a:rPr/>
              <a:t>You will: 1. Make a character (a “sprite”) 2. Make it move with arrow keys 3. Collect a star ⭐ 4. Play a sound 🔊</a:t>
            </a:r>
          </a:p>
          <a:p>
            <a:pPr lvl="0" indent="0" marL="0">
              <a:buNone/>
            </a:pPr>
            <a:r>
              <a:rPr/>
              <a:t>Follow along with your mentor, one block at a time!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and Tell 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a friend ONE thing your program does!</a:t>
            </a:r>
          </a:p>
          <a:p>
            <a:pPr lvl="0" indent="0" marL="0">
              <a:buNone/>
            </a:pPr>
            <a:r>
              <a:rPr/>
              <a:t>Then answer: - What did you FIX when it didn’t work? - What would you add next?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did it! 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 - ✅ Learned what a program is - ✅ Programmed a human robot - ✅ Fixed bugs like a real programmer - ✅ Made a computer program in MakeCode Arcade</a:t>
            </a:r>
          </a:p>
          <a:p>
            <a:pPr lvl="0" indent="0" marL="0">
              <a:buNone/>
            </a:pPr>
            <a:r>
              <a:rPr b="1"/>
              <a:t>You are a programmer now!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Keep going at home! 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MakeCode Arcade:</a:t>
            </a:r>
            <a:r>
              <a:rPr/>
              <a:t> arcade.makecode.com (free!)</a:t>
            </a:r>
          </a:p>
          <a:p>
            <a:pPr lvl="0"/>
            <a:r>
              <a:rPr b="1"/>
              <a:t>Scratch Jr.</a:t>
            </a:r>
            <a:r>
              <a:rPr/>
              <a:t> app — make stories and games</a:t>
            </a:r>
          </a:p>
          <a:p>
            <a:pPr lvl="0"/>
            <a:r>
              <a:rPr b="1"/>
              <a:t>Code.org</a:t>
            </a:r>
            <a:r>
              <a:rPr/>
              <a:t> — Hour of Code activities</a:t>
            </a:r>
          </a:p>
          <a:p>
            <a:pPr lvl="0"/>
            <a:r>
              <a:rPr/>
              <a:t>Ask your troop leader about the next robotics badge!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2026-08-11T04:44:03Z</dcterms:created>
  <dcterms:modified xsi:type="dcterms:W3CDTF">2026-08-11T04:44:03Z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