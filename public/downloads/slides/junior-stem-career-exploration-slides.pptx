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STEM Career Exploration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Junior STEM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STEM is bigger than you think 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Rapid fire! We call out a job — you vote: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STEM, or not STEM?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Surprise 😮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57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STEM inside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Video-game music composer 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audio technology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Sneaker designer 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materials engineering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Zookeeper 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animal science + data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95600"/>
            <a:ext cx="8229600" cy="15748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Almost every field has a STEM path into it.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So your interests already count.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 STEM Story 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mentors each have </a:t>
            </a:r>
            <a:r>
              <a:rPr b="1"/>
              <a:t>2 minutes</a:t>
            </a:r>
            <a:r>
              <a:rPr/>
              <a:t>:</a:t>
            </a:r>
          </a:p>
          <a:p>
            <a:pPr lvl="0"/>
            <a:r>
              <a:rPr/>
              <a:t>What we do on the team</a:t>
            </a:r>
          </a:p>
          <a:p>
            <a:pPr lvl="0"/>
            <a:r>
              <a:rPr/>
              <a:t>How we </a:t>
            </a:r>
            <a:r>
              <a:rPr b="1"/>
              <a:t>started</a:t>
            </a:r>
          </a:p>
          <a:p>
            <a:pPr lvl="0"/>
            <a:r>
              <a:rPr/>
              <a:t>One </a:t>
            </a:r>
            <a:r>
              <a:rPr b="1"/>
              <a:t>struggle</a:t>
            </a:r>
          </a:p>
          <a:p>
            <a:pPr lvl="0"/>
            <a:r>
              <a:rPr/>
              <a:t>One thing we </a:t>
            </a:r>
            <a:r>
              <a:rPr b="1"/>
              <a:t>love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Then ask us anything.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started where you are 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Nobody handed us a robot.</a:t>
            </a:r>
          </a:p>
          <a:p>
            <a:pPr lvl="0" indent="0" marL="0">
              <a:buNone/>
            </a:pPr>
            <a:r>
              <a:rPr/>
              <a:t>Every person up here was in fourth grade once.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Career Stations 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Rotate through four stations. </a:t>
            </a:r>
            <a:r>
              <a:rPr b="1"/>
              <a:t>Hands on</a:t>
            </a:r>
            <a:r>
              <a:rPr/>
              <a:t> at each one:</a:t>
            </a:r>
          </a:p>
          <a:p>
            <a:pPr lvl="0"/>
            <a:r>
              <a:rPr/>
              <a:t>💻 </a:t>
            </a:r>
            <a:r>
              <a:rPr b="1"/>
              <a:t>Programming</a:t>
            </a:r>
            <a:r>
              <a:rPr/>
              <a:t> → software engineer, roboticist</a:t>
            </a:r>
          </a:p>
          <a:p>
            <a:pPr lvl="0"/>
            <a:r>
              <a:rPr/>
              <a:t>🔧 </a:t>
            </a:r>
            <a:r>
              <a:rPr b="1"/>
              <a:t>Build / CAD</a:t>
            </a:r>
            <a:r>
              <a:rPr/>
              <a:t> → mechanical engineer, product designer</a:t>
            </a:r>
          </a:p>
          <a:p>
            <a:pPr lvl="0"/>
            <a:r>
              <a:rPr/>
              <a:t>📊 </a:t>
            </a:r>
            <a:r>
              <a:rPr b="1"/>
              <a:t>Strategy / data</a:t>
            </a:r>
            <a:r>
              <a:rPr/>
              <a:t> → data analyst, engineer-manager</a:t>
            </a:r>
          </a:p>
          <a:p>
            <a:pPr lvl="0"/>
            <a:r>
              <a:rPr/>
              <a:t>📣 </a:t>
            </a:r>
            <a:r>
              <a:rPr b="1"/>
              <a:t>Media / outreach</a:t>
            </a:r>
            <a:r>
              <a:rPr/>
              <a:t> → technical writer, science communicator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every station, jot this down 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Did I like this?</a:t>
            </a:r>
          </a:p>
          <a:p>
            <a:pPr lvl="0" indent="-342900" marL="342900">
              <a:buAutoNum type="arabicPeriod"/>
            </a:pPr>
            <a:r>
              <a:rPr b="1"/>
              <a:t>What skill did it use?</a:t>
            </a:r>
          </a:p>
          <a:p>
            <a:pPr lvl="0" indent="0" marL="0">
              <a:buNone/>
            </a:pPr>
            <a:r>
              <a:rPr/>
              <a:t>Two minutes of </a:t>
            </a:r>
            <a:r>
              <a:rPr i="1"/>
              <a:t>doing</a:t>
            </a:r>
            <a:r>
              <a:rPr/>
              <a:t> beats ten minutes of listening.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 Pathway Map 🗺️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Fill in your sheet: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Top interest → skills it uses → a career that fits</a:t>
            </a:r>
          </a:p>
          <a:p>
            <a:pPr lvl="0" indent="0" marL="0">
              <a:buNone/>
            </a:pPr>
            <a:r>
              <a:rPr/>
              <a:t>Then the important part…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concrete next step 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 “someday.” </a:t>
            </a:r>
            <a:r>
              <a:rPr b="1"/>
              <a:t>A step, with a when.</a:t>
            </a:r>
          </a:p>
          <a:p>
            <a:pPr lvl="0"/>
            <a:r>
              <a:rPr/>
              <a:t>Join FLL 🤖</a:t>
            </a:r>
          </a:p>
          <a:p>
            <a:pPr lvl="0"/>
            <a:r>
              <a:rPr/>
              <a:t>Try a free coding course 💻</a:t>
            </a:r>
          </a:p>
          <a:p>
            <a:pPr lvl="0"/>
            <a:r>
              <a:rPr/>
              <a:t>Interview a family friend in STEM 🎤</a:t>
            </a:r>
          </a:p>
          <a:p>
            <a:pPr lvl="0"/>
            <a:r>
              <a:rPr/>
              <a:t>Read one book 📚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Come drive it.</a:t>
            </a:r>
          </a:p>
          <a:p>
            <a:pPr lvl="0" indent="0" marL="0">
              <a:buNone/>
            </a:pPr>
            <a:r>
              <a:rPr b="1"/>
              <a:t>“I could do this”</a:t>
            </a:r>
            <a:r>
              <a:rPr/>
              <a:t> lands hardest with your hands on the controls.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Say it out loud 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“I’m exploring ___ , and my next step is ___.”</a:t>
            </a:r>
          </a:p>
          <a:p>
            <a:pPr lvl="0" indent="0" marL="0">
              <a:buNone/>
            </a:pPr>
            <a:r>
              <a:rPr/>
              <a:t>Saying it makes it real.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Explained that STEM careers exist inside almost every field</a:t>
            </a:r>
          </a:p>
          <a:p>
            <a:pPr lvl="0"/>
            <a:r>
              <a:rPr/>
              <a:t>Described two STEM careers after meeting people on those paths</a:t>
            </a:r>
          </a:p>
          <a:p>
            <a:pPr lvl="0"/>
            <a:r>
              <a:rPr/>
              <a:t>Connected your own interests and skills to a career</a:t>
            </a:r>
          </a:p>
          <a:p>
            <a:pPr lvl="0"/>
            <a:r>
              <a:rPr/>
              <a:t>Named a career to explore and a concrete next step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Take your next step </a:t>
            </a:r>
            <a:r>
              <a:rPr b="1"/>
              <a:t>this week</a:t>
            </a:r>
            <a:r>
              <a:rPr/>
              <a:t> — put it on a calendar</a:t>
            </a:r>
          </a:p>
          <a:p>
            <a:pPr lvl="0"/>
            <a:r>
              <a:rPr/>
              <a:t>Find the STEM inside a job you already think is cool</a:t>
            </a:r>
          </a:p>
          <a:p>
            <a:pPr lvl="0"/>
            <a:r>
              <a:rPr/>
              <a:t>Ask your troop leader about your next STEM badge!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2026-08-11T04:44:02Z</dcterms:created>
  <dcterms:modified xsi:type="dcterms:W3CDTF">2026-08-11T04:44:02Z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