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Showcasing Robots 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Brownie Robotics Badge — Girls Build Bots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Presented by your robotics mentors!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Meet a REAL robot! 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Our high school robotics team built this robot!</a:t>
            </a:r>
          </a:p>
          <a:p>
            <a:pPr lvl="0" indent="0" marL="0">
              <a:buNone/>
            </a:pPr>
            <a:r>
              <a:rPr/>
              <a:t>Watch for: - What does it </a:t>
            </a:r>
            <a:r>
              <a:rPr b="1"/>
              <a:t>sense</a:t>
            </a:r>
            <a:r>
              <a:rPr/>
              <a:t>? - What does its </a:t>
            </a:r>
            <a:r>
              <a:rPr b="1"/>
              <a:t>program</a:t>
            </a:r>
            <a:r>
              <a:rPr/>
              <a:t> tell it to do? - What is its </a:t>
            </a:r>
            <a:r>
              <a:rPr b="1"/>
              <a:t>job</a:t>
            </a:r>
            <a:r>
              <a:rPr/>
              <a:t> in competition?</a:t>
            </a:r>
          </a:p>
          <a:p>
            <a:pPr lvl="0" indent="0" marL="0">
              <a:buNone/>
            </a:pPr>
            <a:r>
              <a:rPr b="1"/>
              <a:t>Ask us anything!</a:t>
            </a:r>
            <a:r>
              <a:rPr/>
              <a:t> 🙋‍♀️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Engineers SHARE their work 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engineers build something cool, they show the world: - At competitions 🏆 - In presentations 🎤 - On websites 💻</a:t>
            </a:r>
          </a:p>
          <a:p>
            <a:pPr lvl="0" indent="0" marL="0">
              <a:buNone/>
            </a:pPr>
            <a:r>
              <a:rPr/>
              <a:t>Today, </a:t>
            </a:r>
            <a:r>
              <a:rPr b="1"/>
              <a:t>YOU</a:t>
            </a:r>
            <a:r>
              <a:rPr/>
              <a:t> get to share YOUR robot!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Prepare your Robot Reveal 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1-minute presentation — just fill in the blanks:</a:t>
            </a:r>
          </a:p>
          <a:p>
            <a:pPr lvl="0" indent="-342900" marL="342900">
              <a:buAutoNum type="arabicPeriod"/>
            </a:pPr>
            <a:r>
              <a:rPr/>
              <a:t>“My robot’s name is ______”</a:t>
            </a:r>
          </a:p>
          <a:p>
            <a:pPr lvl="0" indent="-342900" marL="342900">
              <a:buAutoNum type="arabicPeriod"/>
            </a:pPr>
            <a:r>
              <a:rPr/>
              <a:t>“The problem it solves is ______”</a:t>
            </a:r>
          </a:p>
          <a:p>
            <a:pPr lvl="0" indent="-342900" marL="342900">
              <a:buAutoNum type="arabicPeriod"/>
            </a:pPr>
            <a:r>
              <a:rPr/>
              <a:t>“It senses ______ and then it ______”</a:t>
            </a:r>
          </a:p>
          <a:p>
            <a:pPr lvl="0" indent="-342900" marL="342900">
              <a:buAutoNum type="arabicPeriod"/>
            </a:pPr>
            <a:r>
              <a:rPr/>
              <a:t>“If I built it again, I would change ______”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Presenting tips from the pros 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Speak </a:t>
            </a:r>
            <a:r>
              <a:rPr b="1"/>
              <a:t>LOUD</a:t>
            </a:r>
            <a:r>
              <a:rPr/>
              <a:t> enough for the back row</a:t>
            </a:r>
          </a:p>
          <a:p>
            <a:pPr lvl="0"/>
            <a:r>
              <a:rPr/>
              <a:t>Look at your </a:t>
            </a:r>
            <a:r>
              <a:rPr b="1"/>
              <a:t>audience</a:t>
            </a:r>
            <a:r>
              <a:rPr/>
              <a:t>, not the floor</a:t>
            </a:r>
          </a:p>
          <a:p>
            <a:pPr lvl="0"/>
            <a:r>
              <a:rPr b="1"/>
              <a:t>Hold your robot up</a:t>
            </a:r>
            <a:r>
              <a:rPr/>
              <a:t> so everyone can see</a:t>
            </a:r>
          </a:p>
          <a:p>
            <a:pPr lvl="0"/>
            <a:r>
              <a:rPr/>
              <a:t>Smile — you built something awesome! 😄</a:t>
            </a:r>
          </a:p>
          <a:p>
            <a:pPr lvl="0" indent="0" marL="0">
              <a:buNone/>
            </a:pPr>
            <a:r>
              <a:rPr b="1"/>
              <a:t>Practice with a partner two times!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Showcase time! 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Present your robot to the group</a:t>
            </a:r>
          </a:p>
          <a:p>
            <a:pPr lvl="0"/>
            <a:r>
              <a:rPr/>
              <a:t>Everyone claps for every presenter 👏</a:t>
            </a:r>
          </a:p>
          <a:p>
            <a:pPr lvl="0"/>
            <a:r>
              <a:rPr/>
              <a:t>Mentors will ask one friendly question</a:t>
            </a:r>
          </a:p>
          <a:p>
            <a:pPr lvl="0" indent="0" marL="0">
              <a:buNone/>
            </a:pPr>
            <a:r>
              <a:rPr b="1"/>
              <a:t>There are no wrong answers — it’s YOUR design!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did it! 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you: - ✅ Saw a real competition robot up close - ✅ Prepared a presentation - ✅ Presented to an audience - ✅ Answered questions like a pro</a:t>
            </a:r>
          </a:p>
          <a:p>
            <a:pPr lvl="0" indent="0" marL="0">
              <a:buNone/>
            </a:pPr>
            <a:r>
              <a:rPr b="1"/>
              <a:t>You completed the whole Robotics badge series!</a:t>
            </a:r>
            <a:r>
              <a:rPr/>
              <a:t> 🥳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going! 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Ask about </a:t>
            </a:r>
            <a:r>
              <a:rPr b="1"/>
              <a:t>FIRST LEGO League</a:t>
            </a:r>
            <a:r>
              <a:rPr/>
              <a:t> — robotics teams for your age!</a:t>
            </a:r>
          </a:p>
          <a:p>
            <a:pPr lvl="0"/>
            <a:r>
              <a:rPr/>
              <a:t>Visit </a:t>
            </a:r>
            <a:r>
              <a:rPr b="1"/>
              <a:t>firstinspires.org</a:t>
            </a:r>
            <a:r>
              <a:rPr/>
              <a:t> with a grown-up</a:t>
            </a:r>
          </a:p>
          <a:p>
            <a:pPr lvl="0"/>
            <a:r>
              <a:rPr/>
              <a:t>Show your family your robot tonight</a:t>
            </a:r>
          </a:p>
          <a:p>
            <a:pPr lvl="0"/>
            <a:r>
              <a:rPr/>
              <a:t>Your troop leader will confirm your badges — wear them proudly!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ECE1"/>
      </a:lt2>
      <a:accent1>
        <a:srgbClr val="1F3864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2026-08-11T04:44:03Z</dcterms:created>
  <dcterms:modified xsi:type="dcterms:W3CDTF">2026-08-11T04:44:03Z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