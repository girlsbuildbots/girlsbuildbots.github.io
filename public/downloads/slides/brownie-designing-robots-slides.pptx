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Designing Robots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Robots have JOBS! 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Robots help people every day: - 🏠 Vacuum robots clean floors - 🚀 Rovers explore Mars - 🏭 Robot arms build cars - 🏥 Robots deliver medicine in hospitals - 🐕 Robot dogs check dangerous places</a:t>
            </a:r>
          </a:p>
          <a:p>
            <a:pPr lvl="0" indent="0" marL="0">
              <a:buNone/>
            </a:pPr>
            <a:r>
              <a:rPr b="1"/>
              <a:t>What job do YOU wish a robot could do for you?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Card Sort Game 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Sort the robot cards into teams: - Robots that help at </a:t>
            </a:r>
            <a:r>
              <a:rPr b="1"/>
              <a:t>home</a:t>
            </a:r>
            <a:r>
              <a:rPr/>
              <a:t> - Robots that </a:t>
            </a:r>
            <a:r>
              <a:rPr b="1"/>
              <a:t>explore</a:t>
            </a:r>
            <a:r>
              <a:rPr/>
              <a:t> - Robots that work in </a:t>
            </a:r>
            <a:r>
              <a:rPr b="1"/>
              <a:t>factories</a:t>
            </a:r>
            <a:r>
              <a:rPr/>
              <a:t> - Robots that keep people </a:t>
            </a:r>
            <a:r>
              <a:rPr b="1"/>
              <a:t>safe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Sense → Think → Act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 robot works the same way: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1590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SENSE 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THINK 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 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“I see a wall!”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“I should turn!”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turns around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“It’s dark!”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“Lights needed!”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lights on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068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Let’s play it!</a:t>
            </a:r>
            <a:r>
              <a:rPr/>
              <a:t> Your mentor calls out what the robot senses — YOU act out what it does!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Engineers design FIRST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building, engineers answer three questions:</a:t>
            </a:r>
          </a:p>
          <a:p>
            <a:pPr lvl="0" indent="-342900" marL="342900">
              <a:buAutoNum type="arabicPeriod"/>
            </a:pPr>
            <a:r>
              <a:rPr/>
              <a:t>What does my robot </a:t>
            </a:r>
            <a:r>
              <a:rPr b="1"/>
              <a:t>SENSE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/>
              <a:t>What does my robot </a:t>
            </a:r>
            <a:r>
              <a:rPr b="1"/>
              <a:t>THINK</a:t>
            </a:r>
            <a:r>
              <a:rPr/>
              <a:t> about?</a:t>
            </a:r>
          </a:p>
          <a:p>
            <a:pPr lvl="0" indent="-342900" marL="342900">
              <a:buAutoNum type="arabicPeriod"/>
            </a:pPr>
            <a:r>
              <a:rPr/>
              <a:t>What does my robot </a:t>
            </a:r>
            <a:r>
              <a:rPr b="1"/>
              <a:t>DO</a:t>
            </a:r>
            <a:r>
              <a:rPr/>
              <a:t>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turn: Build a Robot Prototype! 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Pick a problem: messy room? thirsty plants? heavy backpack?</a:t>
            </a:r>
          </a:p>
          <a:p>
            <a:pPr lvl="0" indent="-342900" marL="342900">
              <a:buAutoNum type="arabicPeriod"/>
            </a:pPr>
            <a:r>
              <a:rPr/>
              <a:t>Fill out your design sheet:</a:t>
            </a:r>
          </a:p>
          <a:p>
            <a:pPr lvl="1"/>
            <a:r>
              <a:rPr/>
              <a:t>My robot’s </a:t>
            </a:r>
            <a:r>
              <a:rPr b="1"/>
              <a:t>name</a:t>
            </a:r>
          </a:p>
          <a:p>
            <a:pPr lvl="1"/>
            <a:r>
              <a:rPr/>
              <a:t>My robot’s </a:t>
            </a:r>
            <a:r>
              <a:rPr b="1"/>
              <a:t>job</a:t>
            </a:r>
          </a:p>
          <a:p>
            <a:pPr lvl="1"/>
            <a:r>
              <a:rPr/>
              <a:t>What it </a:t>
            </a:r>
            <a:r>
              <a:rPr b="1"/>
              <a:t>senses</a:t>
            </a:r>
          </a:p>
          <a:p>
            <a:pPr lvl="1"/>
            <a:r>
              <a:rPr/>
              <a:t>What it </a:t>
            </a:r>
            <a:r>
              <a:rPr b="1"/>
              <a:t>does</a:t>
            </a:r>
          </a:p>
          <a:p>
            <a:pPr lvl="0" indent="-342900" marL="342900">
              <a:buAutoNum type="arabicPeriod"/>
            </a:pPr>
            <a:r>
              <a:rPr/>
              <a:t>Build it with craft supplies!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prototype</a:t>
            </a:r>
            <a:r>
              <a:rPr/>
              <a:t> is a first model — it doesn’t have to really work!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Gallery Walk 🖼️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Put your robot on the table</a:t>
            </a:r>
          </a:p>
          <a:p>
            <a:pPr lvl="0"/>
            <a:r>
              <a:rPr/>
              <a:t>Walk around and look at everyone’s robots</a:t>
            </a:r>
          </a:p>
          <a:p>
            <a:pPr lvl="0"/>
            <a:r>
              <a:rPr/>
              <a:t>Leave ONE sticky-note compliment on someone else’s robot 💌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the jobs robots do - ✅ Played Sense → Think → Act - ✅ Designed a robot that solves a problem - ✅ Built a prototype like a real engineer</a:t>
            </a:r>
          </a:p>
          <a:p>
            <a:pPr lvl="0" indent="0" marL="0">
              <a:buNone/>
            </a:pPr>
            <a:r>
              <a:rPr b="1"/>
              <a:t>You are an engineer now!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Watch Mars rover videos at </a:t>
            </a:r>
            <a:r>
              <a:rPr b="1"/>
              <a:t>nasa.gov</a:t>
            </a:r>
          </a:p>
          <a:p>
            <a:pPr lvl="0"/>
            <a:r>
              <a:rPr/>
              <a:t>Design more robots with paper and craft supplies</a:t>
            </a:r>
          </a:p>
          <a:p>
            <a:pPr lvl="0"/>
            <a:r>
              <a:rPr b="1"/>
              <a:t>Tinkercad</a:t>
            </a:r>
            <a:r>
              <a:rPr/>
              <a:t> (tinkercad.com) — design in 3D for free</a:t>
            </a:r>
          </a:p>
          <a:p>
            <a:pPr lvl="0"/>
            <a:r>
              <a:rPr/>
              <a:t>Next badge: </a:t>
            </a:r>
            <a:r>
              <a:rPr b="1"/>
              <a:t>Showcasing Robots</a:t>
            </a:r>
            <a:r>
              <a:rPr/>
              <a:t> — share your design with the world!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2026-08-11T04:44:03Z</dcterms:created>
  <dcterms:modified xsi:type="dcterms:W3CDTF">2026-08-11T04:44:03Z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