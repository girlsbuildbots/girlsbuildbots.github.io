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 Development 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not just coding today 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</a:t>
            </a:r>
            <a:r>
              <a:rPr b="1"/>
              <a:t>solving a problem for a real person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That’s what “coding for good” means.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Apps are problem-solvers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 about apps you know. For each one ask: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Whose problem does this solve?</a:t>
            </a:r>
          </a:p>
          <a:p>
            <a:pPr lvl="0"/>
            <a:r>
              <a:rPr/>
              <a:t>A weather app → helps you know what to wear ☔</a:t>
            </a:r>
          </a:p>
          <a:p>
            <a:pPr lvl="0"/>
            <a:r>
              <a:rPr/>
              <a:t>A maps app → helps you not get lost 🗺️</a:t>
            </a:r>
          </a:p>
          <a:p>
            <a:pPr lvl="0"/>
            <a:r>
              <a:rPr/>
              <a:t>A timer → helps you remember 🍳</a:t>
            </a:r>
          </a:p>
          <a:p>
            <a:pPr lvl="0" indent="0" marL="0">
              <a:buNone/>
            </a:pPr>
            <a:r>
              <a:rPr/>
              <a:t>Apps aren’t magic. </a:t>
            </a:r>
            <a:r>
              <a:rPr b="1"/>
              <a:t>Someone noticed a problem and built a fix.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 a problem worth solving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a problem in your </a:t>
            </a:r>
            <a:r>
              <a:rPr b="1"/>
              <a:t>school</a:t>
            </a:r>
            <a:r>
              <a:rPr/>
              <a:t>, </a:t>
            </a:r>
            <a:r>
              <a:rPr b="1"/>
              <a:t>troop</a:t>
            </a:r>
            <a:r>
              <a:rPr/>
              <a:t>, </a:t>
            </a:r>
            <a:r>
              <a:rPr b="1"/>
              <a:t>home</a:t>
            </a:r>
            <a:r>
              <a:rPr/>
              <a:t>, or </a:t>
            </a:r>
            <a:r>
              <a:rPr b="1"/>
              <a:t>neighborhood</a:t>
            </a:r>
            <a:r>
              <a:rPr/>
              <a:t>?</a:t>
            </a:r>
          </a:p>
          <a:p>
            <a:pPr lvl="0"/>
            <a:r>
              <a:rPr/>
              <a:t>Remembering to water the class plants 🌱</a:t>
            </a:r>
          </a:p>
          <a:p>
            <a:pPr lvl="0"/>
            <a:r>
              <a:rPr/>
              <a:t>Finding lost library books 📚</a:t>
            </a:r>
          </a:p>
          <a:p>
            <a:pPr lvl="0"/>
            <a:r>
              <a:rPr/>
              <a:t>Knowing when the bus comes 🚌</a:t>
            </a:r>
          </a:p>
          <a:p>
            <a:pPr lvl="0" indent="0" marL="0">
              <a:buNone/>
            </a:pPr>
            <a:r>
              <a:rPr b="1"/>
              <a:t>No idea is too small.</a:t>
            </a:r>
            <a:r>
              <a:rPr/>
              <a:t> Pick ONE problem your app will solve.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your app on paper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how </a:t>
            </a:r>
            <a:r>
              <a:rPr b="1"/>
              <a:t>real app designers</a:t>
            </a:r>
            <a:r>
              <a:rPr/>
              <a:t> start!</a:t>
            </a:r>
          </a:p>
          <a:p>
            <a:pPr lvl="0" indent="0" marL="0">
              <a:buNone/>
            </a:pPr>
            <a:r>
              <a:rPr b="1"/>
              <a:t>Screen 1</a:t>
            </a:r>
            <a:r>
              <a:rPr/>
              <a:t> — Welcome: your app’s name + what it does </a:t>
            </a:r>
            <a:r>
              <a:rPr b="1"/>
              <a:t>Screen 2</a:t>
            </a:r>
            <a:r>
              <a:rPr/>
              <a:t> — Main screen: the buttons that solve the problem </a:t>
            </a:r>
            <a:r>
              <a:rPr b="1"/>
              <a:t>Screen 3</a:t>
            </a:r>
            <a:r>
              <a:rPr/>
              <a:t> — What happens when you tap the main button</a:t>
            </a:r>
          </a:p>
          <a:p>
            <a:pPr lvl="0" indent="0" marL="0">
              <a:buNone/>
            </a:pPr>
            <a:r>
              <a:rPr/>
              <a:t>Paper apps don’t need to work. They need to show the </a:t>
            </a:r>
            <a:r>
              <a:rPr b="1"/>
              <a:t>idea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Mentor question 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you design, we’ll keep asking you one thing: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“What happens when someone taps here?”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Click Test 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a partner:</a:t>
            </a:r>
          </a:p>
          <a:p>
            <a:pPr lvl="0" indent="-342900" marL="342900">
              <a:buAutoNum type="arabicPeriod"/>
            </a:pPr>
            <a:r>
              <a:rPr/>
              <a:t>One of you </a:t>
            </a:r>
            <a:r>
              <a:rPr b="1"/>
              <a:t>uses</a:t>
            </a:r>
            <a:r>
              <a:rPr/>
              <a:t> the paper app — point at the buttons</a:t>
            </a:r>
          </a:p>
          <a:p>
            <a:pPr lvl="0" indent="-342900" marL="342900">
              <a:buAutoNum type="arabicPeriod"/>
            </a:pPr>
            <a:r>
              <a:rPr/>
              <a:t>The designer </a:t>
            </a:r>
            <a:r>
              <a:rPr b="1"/>
              <a:t>swaps the screens</a:t>
            </a:r>
            <a:r>
              <a:rPr/>
              <a:t> by hand</a:t>
            </a:r>
          </a:p>
          <a:p>
            <a:pPr lvl="0" indent="-342900" marL="342900">
              <a:buAutoNum type="arabicPeriod"/>
            </a:pPr>
            <a:r>
              <a:rPr/>
              <a:t>Does it make sense? Fix it!</a:t>
            </a:r>
          </a:p>
          <a:p>
            <a:pPr lvl="0" indent="0" marL="0">
              <a:buNone/>
            </a:pPr>
            <a:r>
              <a:rPr/>
              <a:t>Real designers call this a </a:t>
            </a:r>
            <a:r>
              <a:rPr b="1"/>
              <a:t>click-through test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our team builds the robot’s control app, we decide </a:t>
            </a:r>
            <a:r>
              <a:rPr b="1"/>
              <a:t>what it needs to do</a:t>
            </a:r>
            <a:r>
              <a:rPr/>
              <a:t> and </a:t>
            </a:r>
            <a:r>
              <a:rPr b="1"/>
              <a:t>who’s going to use it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Same thinking as yours: </a:t>
            </a:r>
            <a:r>
              <a:rPr i="1"/>
              <a:t>who needs this, and what does it do?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 your app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one sentence: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“My app is called ___ and it helps ___.”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that apps solve problems for people - ✅ Found a real problem in your community - ✅ Designed a 3-screen paper prototype - ✅ Showed how it works with a click test</a:t>
            </a:r>
          </a:p>
          <a:p>
            <a:pPr lvl="0" indent="0" marL="0">
              <a:buNone/>
            </a:pPr>
            <a:r>
              <a:rPr b="1"/>
              <a:t>You are an app designer now!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Keep a </a:t>
            </a:r>
            <a:r>
              <a:rPr b="1"/>
              <a:t>problem list</a:t>
            </a:r>
            <a:r>
              <a:rPr/>
              <a:t> — what bugs you? What could an app fix?</a:t>
            </a:r>
          </a:p>
          <a:p>
            <a:pPr lvl="0"/>
            <a:r>
              <a:rPr/>
              <a:t>Design more paper screens for your app</a:t>
            </a:r>
          </a:p>
          <a:p>
            <a:pPr lvl="0"/>
            <a:r>
              <a:rPr/>
              <a:t>Ask your troop leader about the next Coding for Good badge!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2026-08-11T04:43:48Z</dcterms:created>
  <dcterms:modified xsi:type="dcterms:W3CDTF">2026-08-11T04:43:48Z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