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Safeguards 🛡️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 PROTECT our information 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time: how information travels.</a:t>
            </a:r>
          </a:p>
          <a:p>
            <a:pPr lvl="0" indent="0" marL="0">
              <a:buNone/>
            </a:pPr>
            <a:r>
              <a:rPr/>
              <a:t>Today: the </a:t>
            </a:r>
            <a:r>
              <a:rPr b="1"/>
              <a:t>safeguards</a:t>
            </a:r>
            <a:r>
              <a:rPr/>
              <a:t> that keep it safe.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password is like a latch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this treasure box!</a:t>
            </a:r>
          </a:p>
          <a:p>
            <a:pPr lvl="0"/>
            <a:r>
              <a:rPr/>
              <a:t>A </a:t>
            </a:r>
            <a:r>
              <a:rPr b="1"/>
              <a:t>weak</a:t>
            </a:r>
            <a:r>
              <a:rPr/>
              <a:t> latch → anyone can open it 😟</a:t>
            </a:r>
          </a:p>
          <a:p>
            <a:pPr lvl="0"/>
            <a:r>
              <a:rPr/>
              <a:t>A </a:t>
            </a:r>
            <a:r>
              <a:rPr b="1"/>
              <a:t>strong</a:t>
            </a:r>
            <a:r>
              <a:rPr/>
              <a:t> latch → your things stay safe 😊</a:t>
            </a:r>
          </a:p>
          <a:p>
            <a:pPr lvl="0" indent="0" marL="0">
              <a:buNone/>
            </a:pPr>
            <a:r>
              <a:rPr b="1"/>
              <a:t>A password is the latch on your information.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Strong or weak? 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sort these </a:t>
            </a:r>
            <a:r>
              <a:rPr b="1"/>
              <a:t>make-believe</a:t>
            </a:r>
            <a:r>
              <a:rPr/>
              <a:t> password cards!</a:t>
            </a:r>
          </a:p>
          <a:p>
            <a:pPr lvl="0" indent="0" marL="0">
              <a:buNone/>
            </a:pPr>
            <a:r>
              <a:rPr b="1"/>
              <a:t>Weak</a:t>
            </a:r>
            <a:r>
              <a:rPr/>
              <a:t> 👎 - </a:t>
            </a:r>
            <a:r>
              <a:rPr>
                <a:latin typeface="Courier"/>
              </a:rPr>
              <a:t>1234</a:t>
            </a:r>
            <a:r>
              <a:rPr/>
              <a:t> - </a:t>
            </a:r>
            <a:r>
              <a:rPr>
                <a:latin typeface="Courier"/>
              </a:rPr>
              <a:t>password</a:t>
            </a:r>
          </a:p>
          <a:p>
            <a:pPr lvl="0" indent="0" marL="0">
              <a:buNone/>
            </a:pPr>
            <a:r>
              <a:rPr b="1"/>
              <a:t>Strong</a:t>
            </a:r>
            <a:r>
              <a:rPr/>
              <a:t> 👍 - Long - Mixed up - Silly — but you can remember it!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 NEVER share real passwords — not even with us!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 Interland: Tower of Treasure 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strong “keys” through the game.</a:t>
            </a:r>
          </a:p>
          <a:p>
            <a:pPr lvl="0" indent="0" marL="0">
              <a:buNone/>
            </a:pPr>
            <a:r>
              <a:rPr/>
              <a:t>Remember the treasure box: </a:t>
            </a:r>
            <a:r>
              <a:rPr b="1"/>
              <a:t>long and unexpected is strong.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a Grown-Up 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card, vote: </a:t>
            </a:r>
            <a:r>
              <a:rPr b="1"/>
              <a:t>safe</a:t>
            </a:r>
            <a:r>
              <a:rPr/>
              <a:t>, or </a:t>
            </a:r>
            <a:r>
              <a:rPr b="1"/>
              <a:t>stop and ask</a:t>
            </a:r>
            <a:r>
              <a:rPr/>
              <a:t>?</a:t>
            </a:r>
          </a:p>
          <a:p>
            <a:pPr lvl="0"/>
            <a:r>
              <a:rPr/>
              <a:t>A pop-up says “YOU WON A PRIZE!” 🎁</a:t>
            </a:r>
          </a:p>
          <a:p>
            <a:pPr lvl="0"/>
            <a:r>
              <a:rPr/>
              <a:t>A game asks for your full name 📝</a:t>
            </a:r>
          </a:p>
          <a:p>
            <a:pPr lvl="0"/>
            <a:r>
              <a:rPr/>
              <a:t>Someone you don’t know sends a message 📨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Asking is a SUPERPOWER 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Stopping to ask a trusted grown-up is not “being a baby.”</a:t>
            </a:r>
          </a:p>
          <a:p>
            <a:pPr lvl="0" indent="0" marL="0">
              <a:buNone/>
            </a:pPr>
            <a:r>
              <a:rPr/>
              <a:t>It’s the </a:t>
            </a:r>
            <a:r>
              <a:rPr b="1"/>
              <a:t>smart, strong</a:t>
            </a:r>
            <a:r>
              <a:rPr/>
              <a:t> choice.</a:t>
            </a:r>
          </a:p>
          <a:p>
            <a:pPr lvl="0" indent="0" marL="0">
              <a:buNone/>
            </a:pPr>
            <a:r>
              <a:rPr/>
              <a:t>Real cybersecurity experts ask each other for help every day.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uses </a:t>
            </a:r>
            <a:r>
              <a:rPr b="1"/>
              <a:t>strong passwords</a:t>
            </a:r>
            <a:r>
              <a:rPr/>
              <a:t> to protect our robot code and our accounts.</a:t>
            </a:r>
          </a:p>
          <a:p>
            <a:pPr lvl="0" indent="0" marL="0">
              <a:buNone/>
            </a:pPr>
            <a:r>
              <a:rPr/>
              <a:t>Same safeguards — just for a robot!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safeguards 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 </a:t>
            </a:r>
            <a:r>
              <a:rPr b="1"/>
              <a:t>one way</a:t>
            </a:r>
            <a:r>
              <a:rPr/>
              <a:t> you’ll keep your information safe.</a:t>
            </a:r>
          </a:p>
          <a:p>
            <a:pPr lvl="0"/>
            <a:r>
              <a:rPr/>
              <a:t>A strong password? 🔐</a:t>
            </a:r>
          </a:p>
          <a:p>
            <a:pPr lvl="0"/>
            <a:r>
              <a:rPr/>
              <a:t>Asking a grown-up? 🙋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what a password does, and strong vs. weak - ✅ Built a strong make-believe password - ✅ Named when to stop and ask a trusted grown-up - ✅ Picked a safeguard you’ll actually use</a:t>
            </a:r>
          </a:p>
          <a:p>
            <a:pPr lvl="0" indent="0" marL="0">
              <a:buNone/>
            </a:pPr>
            <a:r>
              <a:rPr b="1"/>
              <a:t>Thumbs up if you know what makes a password strong!</a:t>
            </a:r>
            <a:r>
              <a:rPr/>
              <a:t> 👍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 Internet Awesome / Interland:</a:t>
            </a:r>
            <a:r>
              <a:rPr/>
              <a:t> beinternetawesome.withgoogle.com (free!)</a:t>
            </a:r>
          </a:p>
          <a:p>
            <a:pPr lvl="0"/>
            <a:r>
              <a:rPr/>
              <a:t>Ask a grown-up to check the latches on YOUR family’s accounts</a:t>
            </a:r>
          </a:p>
          <a:p>
            <a:pPr lvl="0"/>
            <a:r>
              <a:rPr/>
              <a:t>Ask your troop leader about the next Cybersecurity badge!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2026-08-11T04:43:52Z</dcterms:created>
  <dcterms:modified xsi:type="dcterms:W3CDTF">2026-08-11T04:43:52Z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