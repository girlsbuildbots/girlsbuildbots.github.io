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Coding Basics ⌨️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Coding </a:t>
            </a:r>
            <a:r>
              <a:rPr i="1"/>
              <a:t>for good</a:t>
            </a:r>
            <a:r>
              <a:rPr/>
              <a:t>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Programmers build things that </a:t>
            </a:r>
            <a:r>
              <a:rPr b="1"/>
              <a:t>solve problems for real users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Today, in every activity, we’re going to keep asking: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Who is this for?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Algorithm Relay 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teams, write an algorithm on cards for a physical task: - Stack three cups into a tower 🥤 - Do a 4-move dance 💃</a:t>
            </a:r>
          </a:p>
          <a:p>
            <a:pPr lvl="0" indent="0" marL="0">
              <a:buNone/>
            </a:pPr>
            <a:r>
              <a:rPr/>
              <a:t>Then another team runs it </a:t>
            </a:r>
            <a:r>
              <a:rPr b="1"/>
              <a:t>exactly as written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No interpreting. No guessing. 😈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just happened?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Missing steps → the task breaks. Wrong order → the task breaks.</a:t>
            </a:r>
          </a:p>
          <a:p>
            <a:pPr lvl="0" indent="0" marL="0">
              <a:buNone/>
            </a:pPr>
            <a:r>
              <a:rPr b="1"/>
              <a:t>Computers do exactly what we say.</a:t>
            </a:r>
          </a:p>
          <a:p>
            <a:pPr lvl="0" indent="0" marL="0">
              <a:buNone/>
            </a:pPr>
            <a:r>
              <a:rPr/>
              <a:t>So precision is the coder’s job.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Loops save work 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Without a loop: &gt; clap, clap, clap, clap, clap, clap</a:t>
            </a:r>
          </a:p>
          <a:p>
            <a:pPr lvl="0" indent="0" marL="0">
              <a:buNone/>
            </a:pPr>
            <a:r>
              <a:rPr/>
              <a:t>With a loop: &gt; </a:t>
            </a:r>
            <a:r>
              <a:rPr b="1"/>
              <a:t>repeat 6:</a:t>
            </a:r>
            <a:r>
              <a:rPr/>
              <a:t> clap</a:t>
            </a:r>
          </a:p>
          <a:p>
            <a:pPr lvl="0" indent="0" marL="0">
              <a:buNone/>
            </a:pPr>
            <a:r>
              <a:rPr/>
              <a:t>Same result. Way less writing.</a:t>
            </a:r>
          </a:p>
          <a:p>
            <a:pPr lvl="0" indent="0" marL="0">
              <a:buNone/>
            </a:pPr>
            <a:r>
              <a:rPr b="1"/>
              <a:t>Where are the loops hiding in real life?</a:t>
            </a:r>
            <a:r>
              <a:rPr/>
              <a:t> </a:t>
            </a:r>
            <a:r>
              <a:rPr i="1"/>
              <a:t>Brushing every tooth · dealing every card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three big ideas 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Sequence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steps in order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THIS happens, do THAT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 without rewriting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54400"/>
            <a:ext cx="8229600" cy="1003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Everything you build today uses these three.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Build: one concept at a time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MakeCode Arcade:</a:t>
            </a:r>
          </a:p>
          <a:p>
            <a:pPr lvl="0" indent="-342900" marL="342900">
              <a:buAutoNum type="arabicPeriod"/>
            </a:pPr>
            <a:r>
              <a:rPr b="1"/>
              <a:t>Sequence</a:t>
            </a:r>
            <a:r>
              <a:rPr/>
              <a:t> — a sprite appears and walks across the screen</a:t>
            </a:r>
          </a:p>
          <a:p>
            <a:pPr lvl="0" indent="-342900" marL="342900">
              <a:buAutoNum type="arabicPeriod"/>
            </a:pPr>
            <a:r>
              <a:rPr b="1"/>
              <a:t>Event</a:t>
            </a:r>
            <a:r>
              <a:rPr/>
              <a:t> — it moves when you press the arrow keys</a:t>
            </a:r>
          </a:p>
          <a:p>
            <a:pPr lvl="0" indent="-342900" marL="342900">
              <a:buAutoNum type="arabicPeriod"/>
            </a:pPr>
            <a:r>
              <a:rPr b="1"/>
              <a:t>Loop</a:t>
            </a:r>
            <a:r>
              <a:rPr/>
              <a:t> — a star respawns </a:t>
            </a:r>
            <a:r>
              <a:rPr i="1"/>
              <a:t>forever</a:t>
            </a:r>
            <a:r>
              <a:rPr/>
              <a:t> after you collect it</a:t>
            </a:r>
          </a:p>
          <a:p>
            <a:pPr lvl="0" indent="-342900" marL="342900">
              <a:buAutoNum type="arabicPeriod"/>
            </a:pPr>
            <a:r>
              <a:rPr b="1"/>
              <a:t>Challenge</a:t>
            </a:r>
            <a:r>
              <a:rPr/>
              <a:t> — add a counter for how many stars you’ve collected</a:t>
            </a:r>
          </a:p>
          <a:p>
            <a:pPr lvl="0" indent="0" marL="0">
              <a:buNone/>
            </a:pPr>
            <a:r>
              <a:rPr/>
              <a:t>Finished early? Become a </a:t>
            </a:r>
            <a:r>
              <a:rPr b="1"/>
              <a:t>deputy mentor</a:t>
            </a:r>
            <a:r>
              <a:rPr/>
              <a:t> and help a neighbor! 🎓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Debug Hunt 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pair gets a </a:t>
            </a:r>
            <a:r>
              <a:rPr b="1"/>
              <a:t>broken program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Find the bug</a:t>
            </a:r>
          </a:p>
          <a:p>
            <a:pPr lvl="0" indent="-342900" marL="342900">
              <a:buAutoNum type="arabicPeriod"/>
            </a:pPr>
            <a:r>
              <a:rPr/>
              <a:t>Fix it</a:t>
            </a:r>
          </a:p>
          <a:p>
            <a:pPr lvl="0" indent="-342900" marL="342900">
              <a:buAutoNum type="arabicPeriod"/>
            </a:pPr>
            <a:r>
              <a:rPr/>
              <a:t>Explain </a:t>
            </a:r>
            <a:r>
              <a:rPr b="1"/>
              <a:t>what was wrong</a:t>
            </a:r>
          </a:p>
          <a:p>
            <a:pPr lvl="0" indent="0" marL="0">
              <a:buNone/>
            </a:pPr>
            <a:r>
              <a:rPr i="1"/>
              <a:t>Real programmers spend more time debugging than writing.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robot code uses the </a:t>
            </a:r>
            <a:r>
              <a:rPr b="1"/>
              <a:t>exact same three ideas</a:t>
            </a:r>
            <a:r>
              <a:rPr/>
              <a:t>:</a:t>
            </a:r>
          </a:p>
          <a:p>
            <a:pPr lvl="0"/>
            <a:r>
              <a:rPr b="1"/>
              <a:t>Sequences</a:t>
            </a:r>
            <a:r>
              <a:rPr/>
              <a:t> → autonomous routines</a:t>
            </a:r>
          </a:p>
          <a:p>
            <a:pPr lvl="0"/>
            <a:r>
              <a:rPr b="1"/>
              <a:t>Events</a:t>
            </a:r>
            <a:r>
              <a:rPr/>
              <a:t> → driver buttons</a:t>
            </a:r>
          </a:p>
          <a:p>
            <a:pPr lvl="0"/>
            <a:r>
              <a:rPr b="1"/>
              <a:t>Loops</a:t>
            </a:r>
            <a:r>
              <a:rPr/>
              <a:t> → checking sensors</a:t>
            </a:r>
          </a:p>
          <a:p>
            <a:pPr lvl="0" indent="0" marL="0">
              <a:buNone/>
            </a:pPr>
            <a:r>
              <a:rPr/>
              <a:t>Just in a bigger language.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circle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concept would you teach a friend first?</a:t>
            </a:r>
          </a:p>
          <a:p>
            <a:pPr lvl="0" indent="0" marL="0">
              <a:buNone/>
            </a:pPr>
            <a:r>
              <a:rPr b="1"/>
              <a:t>Sequence · Loop · Event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Wrote an algorithm precise enough for anyone to follow</a:t>
            </a:r>
          </a:p>
          <a:p>
            <a:pPr lvl="0"/>
            <a:r>
              <a:rPr/>
              <a:t>Explained what a loop does and why coders use them</a:t>
            </a:r>
          </a:p>
          <a:p>
            <a:pPr lvl="0"/>
            <a:r>
              <a:rPr/>
              <a:t>Built a program with a sequence, an event, and a loop</a:t>
            </a:r>
          </a:p>
          <a:p>
            <a:pPr lvl="0"/>
            <a:r>
              <a:rPr/>
              <a:t>Found a bug, fixed it, and explained what was wrong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arcade.makecode.com</a:t>
            </a:r>
            <a:r>
              <a:rPr/>
              <a:t> — keep building (free)</a:t>
            </a:r>
          </a:p>
          <a:p>
            <a:pPr lvl="0"/>
            <a:r>
              <a:rPr b="1"/>
              <a:t>scratch.mit.edu</a:t>
            </a:r>
            <a:r>
              <a:rPr/>
              <a:t> — games, stories, animations</a:t>
            </a:r>
          </a:p>
          <a:p>
            <a:pPr lvl="0"/>
            <a:r>
              <a:rPr/>
              <a:t>Ask your troop leader about the next Coding for Good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2026-08-11T04:44:00Z</dcterms:created>
  <dcterms:modified xsi:type="dcterms:W3CDTF">2026-08-11T04:44:00Z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