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Coding Basics ⌨️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Brownie Coding for Good Badge — Girls Build Bots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Presented by your robotics mentors!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We’re not just coding today 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We’re coding </a:t>
            </a:r>
            <a:r>
              <a:rPr b="1"/>
              <a:t>for good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Code isn’t just for games — it’s a tool you can use to make something </a:t>
            </a:r>
            <a:r>
              <a:rPr b="1"/>
              <a:t>better for someone else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Question for you:</a:t>
            </a:r>
            <a:r>
              <a:rPr/>
              <a:t> who could you help with a computer?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an ALGORITHM? 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 </a:t>
            </a:r>
            <a:r>
              <a:rPr b="1"/>
              <a:t>algorithm</a:t>
            </a:r>
            <a:r>
              <a:rPr/>
              <a:t> is just a </a:t>
            </a:r>
            <a:r>
              <a:rPr b="1"/>
              <a:t>list of steps in the right order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You already use them every day: - Brushing your teeth 🪥 - Planting a seed 🌱 - Making a snack 🥣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Game Time: The Algorithm Snack 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Your mentor is now a ROBOT. You give the steps!</a:t>
            </a:r>
          </a:p>
          <a:p>
            <a:pPr lvl="0"/>
            <a:r>
              <a:rPr/>
              <a:t>“Make it good” → </a:t>
            </a:r>
            <a:r>
              <a:rPr i="1"/>
              <a:t>the robot FREEZES</a:t>
            </a:r>
            <a:r>
              <a:rPr/>
              <a:t> ❄️</a:t>
            </a:r>
          </a:p>
          <a:p>
            <a:pPr lvl="0"/>
            <a:r>
              <a:rPr/>
              <a:t>Milk before the cup → </a:t>
            </a:r>
            <a:r>
              <a:rPr i="1"/>
              <a:t>a happy mess!</a:t>
            </a:r>
            <a:r>
              <a:rPr/>
              <a:t> 💦</a:t>
            </a:r>
          </a:p>
          <a:p>
            <a:pPr lvl="0" indent="0" marL="0">
              <a:buNone/>
            </a:pPr>
            <a:r>
              <a:rPr/>
              <a:t>Computers follow your steps </a:t>
            </a:r>
            <a:r>
              <a:rPr b="1"/>
              <a:t>exactly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So the order matters.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Unplugged: Algorithm Cards 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With a partner:</a:t>
            </a:r>
          </a:p>
          <a:p>
            <a:pPr lvl="0" indent="-342900" marL="342900">
              <a:buAutoNum type="arabicPeriod"/>
            </a:pPr>
            <a:r>
              <a:rPr/>
              <a:t>Put your picture cards in the </a:t>
            </a:r>
            <a:r>
              <a:rPr b="1"/>
              <a:t>right order</a:t>
            </a:r>
          </a:p>
          <a:p>
            <a:pPr lvl="0" indent="-342900" marL="342900">
              <a:buAutoNum type="arabicPeriod"/>
            </a:pPr>
            <a:r>
              <a:rPr/>
              <a:t>Trade cards with your partner</a:t>
            </a:r>
          </a:p>
          <a:p>
            <a:pPr lvl="0" indent="-342900" marL="342900">
              <a:buAutoNum type="arabicPeriod"/>
            </a:pPr>
            <a:r>
              <a:rPr b="1"/>
              <a:t>Act out</a:t>
            </a:r>
            <a:r>
              <a:rPr/>
              <a:t> their algorithm exactly</a:t>
            </a:r>
          </a:p>
          <a:p>
            <a:pPr lvl="0" indent="-342900" marL="342900">
              <a:buAutoNum type="arabicPeriod"/>
            </a:pPr>
            <a:r>
              <a:rPr/>
              <a:t>A step missing or out of order? That’s a </a:t>
            </a:r>
            <a:r>
              <a:rPr b="1"/>
              <a:t>BUG</a:t>
            </a:r>
            <a:r>
              <a:rPr/>
              <a:t>! 🐛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Bugs are GOOD! 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a program doesn’t work, that’s called a </a:t>
            </a:r>
            <a:r>
              <a:rPr b="1"/>
              <a:t>bug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Finding a bug means you’re doing </a:t>
            </a:r>
            <a:r>
              <a:rPr b="1"/>
              <a:t>real programming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Fixing it is called </a:t>
            </a:r>
            <a:r>
              <a:rPr b="1"/>
              <a:t>debugging</a:t>
            </a:r>
            <a:r>
              <a:rPr/>
              <a:t>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Now let’s code on a screen! 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Follow your mentor, one block at a time:</a:t>
            </a:r>
          </a:p>
          <a:p>
            <a:pPr lvl="0" indent="-342900" marL="342900">
              <a:buAutoNum type="arabicPeriod"/>
            </a:pPr>
            <a:r>
              <a:rPr/>
              <a:t>Make a character — that’s called a </a:t>
            </a:r>
            <a:r>
              <a:rPr b="1"/>
              <a:t>sprite</a:t>
            </a:r>
            <a:r>
              <a:rPr/>
              <a:t> ✨</a:t>
            </a:r>
          </a:p>
          <a:p>
            <a:pPr lvl="0" indent="-342900" marL="342900">
              <a:buAutoNum type="arabicPeriod"/>
            </a:pPr>
            <a:r>
              <a:rPr/>
              <a:t>Make it </a:t>
            </a:r>
            <a:r>
              <a:rPr b="1"/>
              <a:t>move</a:t>
            </a:r>
            <a:r>
              <a:rPr/>
              <a:t> across the screen</a:t>
            </a:r>
          </a:p>
          <a:p>
            <a:pPr lvl="0" indent="-342900" marL="342900">
              <a:buAutoNum type="arabicPeriod"/>
            </a:pPr>
            <a:r>
              <a:rPr/>
              <a:t>Make it </a:t>
            </a:r>
            <a:r>
              <a:rPr b="1"/>
              <a:t>say hello</a:t>
            </a:r>
            <a:r>
              <a:rPr/>
              <a:t> or play a sound 🔊</a:t>
            </a:r>
          </a:p>
          <a:p>
            <a:pPr lvl="0" indent="0" marL="0">
              <a:buNone/>
            </a:pPr>
            <a:r>
              <a:rPr/>
              <a:t>Finished early? Change your character and add a second action!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Where’s the code hiding? 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Code is all around you. Where do you think it’s hiding?</a:t>
            </a:r>
          </a:p>
          <a:p>
            <a:pPr lvl="0"/>
            <a:r>
              <a:rPr/>
              <a:t>Traffic lights 🚦</a:t>
            </a:r>
          </a:p>
          <a:p>
            <a:pPr lvl="0"/>
            <a:r>
              <a:rPr/>
              <a:t>Video games 🎮</a:t>
            </a:r>
          </a:p>
          <a:p>
            <a:pPr lvl="0"/>
            <a:r>
              <a:rPr/>
              <a:t>The microwave 🍿</a:t>
            </a:r>
          </a:p>
          <a:p>
            <a:pPr lvl="0"/>
            <a:r>
              <a:rPr/>
              <a:t>A talking toy 🧸</a:t>
            </a:r>
          </a:p>
          <a:p>
            <a:pPr lvl="0" indent="0" marL="0">
              <a:buNone/>
            </a:pPr>
            <a:r>
              <a:rPr b="1"/>
              <a:t>Algorithms are everywhere.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Robot moment 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Our competition robot runs on code too.</a:t>
            </a:r>
          </a:p>
          <a:p>
            <a:pPr lvl="0" indent="0" marL="0">
              <a:buNone/>
            </a:pPr>
            <a:r>
              <a:rPr/>
              <a:t>The same kind of </a:t>
            </a:r>
            <a:r>
              <a:rPr b="1"/>
              <a:t>step-by-step instructions</a:t>
            </a:r>
            <a:r>
              <a:rPr/>
              <a:t> you just wrote — they just control </a:t>
            </a:r>
            <a:r>
              <a:rPr b="1"/>
              <a:t>motors</a:t>
            </a:r>
            <a:r>
              <a:rPr/>
              <a:t> instead of a sprite.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Show and Tell 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Show us </a:t>
            </a:r>
            <a:r>
              <a:rPr b="1"/>
              <a:t>ONE thing</a:t>
            </a:r>
            <a:r>
              <a:rPr/>
              <a:t> your program does!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did it! 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 you: - ✅ Learned that an algorithm is a list of steps in order - ✅ Found and fixed a bug - ✅ Made a sprite move and react - ✅ Found code hiding in everyday life</a:t>
            </a:r>
          </a:p>
          <a:p>
            <a:pPr lvl="0" indent="0" marL="0">
              <a:buNone/>
            </a:pPr>
            <a:r>
              <a:rPr b="1"/>
              <a:t>You are a programmer now!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Keep going at home! 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MakeCode Arcade:</a:t>
            </a:r>
            <a:r>
              <a:rPr/>
              <a:t> arcade.makecode.com (free!)</a:t>
            </a:r>
          </a:p>
          <a:p>
            <a:pPr lvl="0"/>
            <a:r>
              <a:rPr b="1"/>
              <a:t>ScratchJr</a:t>
            </a:r>
            <a:r>
              <a:rPr/>
              <a:t> app — make your own stories and games</a:t>
            </a:r>
          </a:p>
          <a:p>
            <a:pPr lvl="0"/>
            <a:r>
              <a:rPr/>
              <a:t>Ask your troop leader about the next Coding for Good badge!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📣 Share Your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Troop leaders &amp; robotics teams</a:t>
            </a:r>
            <a:r>
              <a:rPr/>
              <a:t> — if you used this curriculum, please:</a:t>
            </a:r>
          </a:p>
          <a:p>
            <a:pPr lvl="0" indent="-342900" marL="342900">
              <a:buAutoNum type="arabicPeriod"/>
            </a:pPr>
            <a:r>
              <a:rPr b="1"/>
              <a:t>Credit us</a:t>
            </a:r>
            <a:r>
              <a:rPr/>
              <a:t> — the curriculum comes from </a:t>
            </a:r>
            <a:r>
              <a:rPr b="1"/>
              <a:t>Girls Build Bots</a:t>
            </a:r>
          </a:p>
          <a:p>
            <a:pPr lvl="0" indent="-342900" marL="342900">
              <a:buAutoNum type="arabicPeriod"/>
            </a:pPr>
            <a:r>
              <a:rPr b="1"/>
              <a:t>Tag us</a:t>
            </a:r>
            <a:r>
              <a:rPr/>
              <a:t> — </a:t>
            </a:r>
            <a:r>
              <a:rPr b="1"/>
              <a:t>@girlsbuildbots</a:t>
            </a:r>
            <a:r>
              <a:rPr/>
              <a:t> on Instagram</a:t>
            </a:r>
          </a:p>
          <a:p>
            <a:pPr lvl="0" indent="-342900" marL="342900">
              <a:buAutoNum type="arabicPeriod"/>
            </a:pPr>
            <a:r>
              <a:rPr b="1"/>
              <a:t>Report your results</a:t>
            </a:r>
            <a:r>
              <a:rPr/>
              <a:t> — email </a:t>
            </a:r>
            <a:r>
              <a:rPr b="1"/>
              <a:t>girlsbuildbots@gmail.com</a:t>
            </a:r>
            <a:r>
              <a:rPr/>
              <a:t> with how many girls took part, how many badges were earned, and how it went</a:t>
            </a:r>
          </a:p>
          <a:p>
            <a:pPr lvl="0" indent="0" marL="0">
              <a:buNone/>
            </a:pPr>
            <a:r>
              <a:rPr/>
              <a:t>This is how the program grows — and how the next troop and team get better materials.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EECE1"/>
      </a:lt2>
      <a:accent1>
        <a:srgbClr val="1F3864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2026-08-11T04:43:51Z</dcterms:created>
  <dcterms:modified xsi:type="dcterms:W3CDTF">2026-08-11T04:43:51Z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