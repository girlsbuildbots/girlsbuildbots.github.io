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Automotive Design 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Automotive Engineering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car starts with a QUESTION 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“Who is this car for?”</a:t>
            </a:r>
          </a:p>
          <a:p>
            <a:pPr lvl="0" indent="0" marL="0">
              <a:buNone/>
            </a:pPr>
            <a:r>
              <a:rPr/>
              <a:t>Today you design a car for a real driver.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Cars have a job and a driver 🧑‍🚒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these vehicles. Who drives it? What must it do?</a:t>
            </a:r>
          </a:p>
          <a:p>
            <a:pPr lvl="0"/>
            <a:r>
              <a:rPr/>
              <a:t>🚒 Fire truck → needs a big ladder</a:t>
            </a:r>
          </a:p>
          <a:p>
            <a:pPr lvl="0"/>
            <a:r>
              <a:rPr/>
              <a:t>🍦 Ice-cream truck → needs a freezer</a:t>
            </a:r>
          </a:p>
          <a:p>
            <a:pPr lvl="0"/>
            <a:r>
              <a:rPr/>
              <a:t>🏎️ Race car → needs to go FAST</a:t>
            </a:r>
          </a:p>
          <a:p>
            <a:pPr lvl="0"/>
            <a:r>
              <a:rPr/>
              <a:t>🚐 Minivan → needs lots of seats</a:t>
            </a:r>
          </a:p>
          <a:p>
            <a:pPr lvl="0" indent="0" marL="0">
              <a:buNone/>
            </a:pPr>
            <a:r>
              <a:rPr b="1"/>
              <a:t>Cars are designed around their driver’s needs.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your customer 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Draw a </a:t>
            </a:r>
            <a:r>
              <a:rPr b="1"/>
              <a:t>customer card</a:t>
            </a:r>
            <a:r>
              <a:rPr/>
              <a:t>. This is who your car is for!</a:t>
            </a:r>
          </a:p>
          <a:p>
            <a:pPr lvl="0"/>
            <a:r>
              <a:rPr/>
              <a:t>A farmer 🌾</a:t>
            </a:r>
          </a:p>
          <a:p>
            <a:pPr lvl="0"/>
            <a:r>
              <a:rPr/>
              <a:t>A dog-walker 🐕</a:t>
            </a:r>
          </a:p>
          <a:p>
            <a:pPr lvl="0"/>
            <a:r>
              <a:rPr/>
              <a:t>A pizza deliverer 🍕</a:t>
            </a:r>
          </a:p>
          <a:p>
            <a:pPr lvl="0"/>
            <a:r>
              <a:rPr/>
              <a:t>A family with three kids 👨‍👩‍👧‍👦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Fill in your design sheet ✏️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My driver</a:t>
            </a:r>
            <a:r>
              <a:rPr/>
              <a:t> is…</a:t>
            </a:r>
          </a:p>
          <a:p>
            <a:pPr lvl="0" indent="-342900" marL="342900">
              <a:buAutoNum type="arabicPeriod"/>
            </a:pPr>
            <a:r>
              <a:rPr b="1"/>
              <a:t>What they need</a:t>
            </a:r>
            <a:r>
              <a:rPr/>
              <a:t> is…</a:t>
            </a:r>
          </a:p>
          <a:p>
            <a:pPr lvl="0" indent="-342900" marL="342900">
              <a:buAutoNum type="arabicPeriod"/>
            </a:pPr>
            <a:r>
              <a:rPr b="1"/>
              <a:t>My car’s special feature</a:t>
            </a:r>
            <a:r>
              <a:rPr/>
              <a:t> is…</a:t>
            </a:r>
          </a:p>
          <a:p>
            <a:pPr lvl="0" indent="0" marL="0">
              <a:buNone/>
            </a:pPr>
            <a:r>
              <a:rPr/>
              <a:t>Designing for a </a:t>
            </a:r>
            <a:r>
              <a:rPr b="1"/>
              <a:t>real customer</a:t>
            </a:r>
            <a:r>
              <a:rPr/>
              <a:t> — not just “a cool car” — is the whole badge.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Sketch FIRST, then build ✍️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Designers always draw before they build.</a:t>
            </a:r>
          </a:p>
          <a:p>
            <a:pPr lvl="0" indent="-342900" marL="342900">
              <a:buAutoNum type="arabicPeriod"/>
            </a:pPr>
            <a:r>
              <a:rPr b="1"/>
              <a:t>Sketch</a:t>
            </a:r>
            <a:r>
              <a:rPr/>
              <a:t> your car on paper</a:t>
            </a:r>
          </a:p>
          <a:p>
            <a:pPr lvl="0" indent="-342900" marL="342900">
              <a:buAutoNum type="arabicPeriod"/>
            </a:pPr>
            <a:r>
              <a:rPr/>
              <a:t>Then build a cardboard </a:t>
            </a:r>
            <a:r>
              <a:rPr b="1"/>
              <a:t>concept model</a:t>
            </a:r>
          </a:p>
          <a:p>
            <a:pPr lvl="0" indent="-342900" marL="342900">
              <a:buAutoNum type="arabicPeriod"/>
            </a:pPr>
            <a:r>
              <a:rPr/>
              <a:t>Make the wheels </a:t>
            </a:r>
            <a:r>
              <a:rPr b="1"/>
              <a:t>turn</a:t>
            </a:r>
            <a:r>
              <a:rPr/>
              <a:t>!</a:t>
            </a:r>
          </a:p>
          <a:p>
            <a:pPr lvl="0" indent="0" marL="0">
              <a:buNone/>
            </a:pPr>
            <a:r>
              <a:rPr/>
              <a:t>It doesn’t have to drive. It has to </a:t>
            </a:r>
            <a:r>
              <a:rPr b="1"/>
              <a:t>show your idea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Design Show 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us your car in ONE sentence: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“This is for a </a:t>
            </a:r>
            <a:r>
              <a:rPr b="1" i="1"/>
              <a:t>, so it has </a:t>
            </a:r>
            <a:r>
              <a:rPr b="1"/>
              <a:t>!”</a:t>
            </a:r>
          </a:p>
          <a:p>
            <a:pPr lvl="0" indent="0" marL="0">
              <a:buNone/>
            </a:pPr>
            <a:r>
              <a:rPr i="1"/>
              <a:t>Example: “This is for a dog-walker, so it has a comfy pet seat!”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Gallery walk 🖼️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around. Look at everyone’s cars.</a:t>
            </a:r>
          </a:p>
          <a:p>
            <a:pPr lvl="0" indent="0" marL="0">
              <a:buNone/>
            </a:pPr>
            <a:r>
              <a:rPr/>
              <a:t>Give </a:t>
            </a:r>
            <a:r>
              <a:rPr b="1"/>
              <a:t>one kind comment</a:t>
            </a:r>
            <a:r>
              <a:rPr/>
              <a:t> to a designer.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team designs our robot around the </a:t>
            </a:r>
            <a:r>
              <a:rPr b="1"/>
              <a:t>year’s challenge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We decide what it needs to </a:t>
            </a:r>
            <a:r>
              <a:rPr b="1"/>
              <a:t>do</a:t>
            </a:r>
            <a:r>
              <a:rPr/>
              <a:t> before we decide what it </a:t>
            </a:r>
            <a:r>
              <a:rPr b="1"/>
              <a:t>looks like</a:t>
            </a:r>
            <a:r>
              <a:rPr/>
              <a:t> — just like designing a car for a driver.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Learned that vehicles are designed around a driver’s needs - ✅ Described your customer and what their car must do - ✅ Sketched your design before building - ✅ Built a concept model with a special feature</a:t>
            </a:r>
          </a:p>
          <a:p>
            <a:pPr lvl="0" indent="0" marL="0">
              <a:buNone/>
            </a:pPr>
            <a:r>
              <a:rPr b="1"/>
              <a:t>You are a car designer now!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Look at cars on your street: </a:t>
            </a:r>
            <a:r>
              <a:rPr b="1"/>
              <a:t>who is each one for?</a:t>
            </a:r>
          </a:p>
          <a:p>
            <a:pPr lvl="0"/>
            <a:r>
              <a:rPr/>
              <a:t>Sketch a car for someone in your family</a:t>
            </a:r>
          </a:p>
          <a:p>
            <a:pPr lvl="0"/>
            <a:r>
              <a:rPr/>
              <a:t>Ask your troop leader about the next Automotive badge!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2026-08-11T04:43:49Z</dcterms:created>
  <dcterms:modified xsi:type="dcterms:W3CDTF">2026-08-11T04:43:49Z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