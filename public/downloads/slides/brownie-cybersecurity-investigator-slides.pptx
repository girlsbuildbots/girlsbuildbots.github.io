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Cybersecurity Investigator 🕵️‍♀️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Brownie Cybersecurity Badge — Girls Build Bots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Presented by your robotics mentors!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you’re a DETECTIVE 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Cyber investigators are detectives.</a:t>
            </a:r>
          </a:p>
          <a:p>
            <a:pPr lvl="0" indent="0" marL="0">
              <a:buNone/>
            </a:pPr>
            <a:r>
              <a:rPr/>
              <a:t>They </a:t>
            </a:r>
            <a:r>
              <a:rPr b="1"/>
              <a:t>look closely</a:t>
            </a:r>
            <a:r>
              <a:rPr/>
              <a:t> and </a:t>
            </a:r>
            <a:r>
              <a:rPr b="1"/>
              <a:t>ask questions</a:t>
            </a:r>
            <a:r>
              <a:rPr/>
              <a:t> before they trust something.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Warm up: spot the difference 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pictures. One is real. One is a fake.</a:t>
            </a:r>
          </a:p>
          <a:p>
            <a:pPr lvl="0" indent="0" marL="0">
              <a:buNone/>
            </a:pPr>
            <a:r>
              <a:rPr b="1"/>
              <a:t>Can you find what’s different?</a:t>
            </a:r>
          </a:p>
          <a:p>
            <a:pPr lvl="0" indent="0" marL="0">
              <a:buNone/>
            </a:pPr>
            <a:r>
              <a:rPr/>
              <a:t>Detectives notice the small details.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 or Fake? 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We’ll show you a message. You hunt for </a:t>
            </a:r>
            <a:r>
              <a:rPr b="1"/>
              <a:t>clues</a:t>
            </a:r>
            <a:r>
              <a:rPr/>
              <a:t>:</a:t>
            </a:r>
          </a:p>
          <a:p>
            <a:pPr lvl="0"/>
            <a:r>
              <a:rPr/>
              <a:t>Too-good-to-be-true prizes? 🎁</a:t>
            </a:r>
          </a:p>
          <a:p>
            <a:pPr lvl="0"/>
            <a:r>
              <a:rPr/>
              <a:t>Lots of exclamation marks!!! ❗</a:t>
            </a:r>
          </a:p>
          <a:p>
            <a:pPr lvl="0"/>
            <a:r>
              <a:rPr/>
              <a:t>Spelling mistakes? 🔤</a:t>
            </a:r>
          </a:p>
          <a:p>
            <a:pPr lvl="0"/>
            <a:r>
              <a:rPr/>
              <a:t>Asking for private information? 🔒</a:t>
            </a:r>
          </a:p>
          <a:p>
            <a:pPr lvl="0" indent="0" marL="0">
              <a:buNone/>
            </a:pPr>
            <a:r>
              <a:rPr/>
              <a:t>Then vote: </a:t>
            </a:r>
            <a:r>
              <a:rPr b="1"/>
              <a:t>real or fake</a:t>
            </a:r>
            <a:r>
              <a:rPr/>
              <a:t> — and tell us your clue!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detective rule 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Don’t trust automatically.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Investigate first.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Crack the Case 🗂️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mystery:</a:t>
            </a:r>
            <a:r>
              <a:rPr/>
              <a:t> someone got a message saying they won a prize. Should they click it?</a:t>
            </a:r>
          </a:p>
          <a:p>
            <a:pPr lvl="0" indent="0" marL="0">
              <a:buNone/>
            </a:pPr>
            <a:r>
              <a:rPr/>
              <a:t>In your team, examine your clue cards: 1. The message 📨 2. The sender 👤 3. The link 🔗</a:t>
            </a:r>
          </a:p>
          <a:p>
            <a:pPr lvl="0" indent="0" marL="0">
              <a:buNone/>
            </a:pPr>
            <a:r>
              <a:rPr b="1"/>
              <a:t>Your verdict: safe, or a trick?</a:t>
            </a:r>
            <a:r>
              <a:rPr/>
              <a:t> And what clue gave it away?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Robot moment 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our robot misbehaves, we </a:t>
            </a:r>
            <a:r>
              <a:rPr b="1"/>
              <a:t>investigate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We look for clues in the code to find the real problem — just like a cyber detective.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Investigator Oath 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Finish the sentence: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“Before I trust something online, I will ___.”</a:t>
            </a:r>
          </a:p>
          <a:p>
            <a:pPr lvl="0"/>
            <a:r>
              <a:rPr/>
              <a:t>Look for clues 🔍</a:t>
            </a:r>
          </a:p>
          <a:p>
            <a:pPr lvl="0"/>
            <a:r>
              <a:rPr/>
              <a:t>Ask a grown-up 🙋</a:t>
            </a:r>
          </a:p>
          <a:p>
            <a:pPr lvl="0"/>
            <a:r>
              <a:rPr/>
              <a:t>Check if it’s too good to be true 🎁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did it! 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you: - ✅ Learned that investigators look for clues before trusting - ✅ Spotted the clues that a message might be fake - ✅ Cracked a case with your team - ✅ Took the Investigator Oath</a:t>
            </a:r>
          </a:p>
          <a:p>
            <a:pPr lvl="0" indent="0" marL="0">
              <a:buNone/>
            </a:pPr>
            <a:r>
              <a:rPr b="1"/>
              <a:t>You’re a cyber detective now!</a:t>
            </a:r>
            <a:r>
              <a:rPr/>
              <a:t> 🕵️‍♀️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going at home! 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Play detective with a grown-up: find a too-good-to-be-true message together</a:t>
            </a:r>
          </a:p>
          <a:p>
            <a:pPr lvl="0"/>
            <a:r>
              <a:rPr/>
              <a:t>Teach someone at home your three fake-message clues</a:t>
            </a:r>
          </a:p>
          <a:p>
            <a:pPr lvl="0"/>
            <a:r>
              <a:rPr/>
              <a:t>Ask your troop leader about the next Cybersecurity badge!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📣 Share Your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Troop leaders &amp; robotics teams</a:t>
            </a:r>
            <a:r>
              <a:rPr/>
              <a:t> — if you used this curriculum, please:</a:t>
            </a:r>
          </a:p>
          <a:p>
            <a:pPr lvl="0" indent="-342900" marL="342900">
              <a:buAutoNum type="arabicPeriod"/>
            </a:pPr>
            <a:r>
              <a:rPr b="1"/>
              <a:t>Credit us</a:t>
            </a:r>
            <a:r>
              <a:rPr/>
              <a:t> — the curriculum comes from </a:t>
            </a:r>
            <a:r>
              <a:rPr b="1"/>
              <a:t>Girls Build Bots</a:t>
            </a:r>
          </a:p>
          <a:p>
            <a:pPr lvl="0" indent="-342900" marL="342900">
              <a:buAutoNum type="arabicPeriod"/>
            </a:pPr>
            <a:r>
              <a:rPr b="1"/>
              <a:t>Tag us</a:t>
            </a:r>
            <a:r>
              <a:rPr/>
              <a:t> — </a:t>
            </a:r>
            <a:r>
              <a:rPr b="1"/>
              <a:t>@girlsbuildbots</a:t>
            </a:r>
            <a:r>
              <a:rPr/>
              <a:t> on Instagram</a:t>
            </a:r>
          </a:p>
          <a:p>
            <a:pPr lvl="0" indent="-342900" marL="342900">
              <a:buAutoNum type="arabicPeriod"/>
            </a:pPr>
            <a:r>
              <a:rPr b="1"/>
              <a:t>Report your results</a:t>
            </a:r>
            <a:r>
              <a:rPr/>
              <a:t> — email </a:t>
            </a:r>
            <a:r>
              <a:rPr b="1"/>
              <a:t>girlsbuildbots@gmail.com</a:t>
            </a:r>
            <a:r>
              <a:rPr/>
              <a:t> with how many girls took part, how many badges were earned, and how it went</a:t>
            </a:r>
          </a:p>
          <a:p>
            <a:pPr lvl="0" indent="0" marL="0">
              <a:buNone/>
            </a:pPr>
            <a:r>
              <a:rPr/>
              <a:t>This is how the program grows — and how the next troop and team get better materials.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ECE1"/>
      </a:lt2>
      <a:accent1>
        <a:srgbClr val="1F3864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2026-08-11T04:43:52Z</dcterms:created>
  <dcterms:modified xsi:type="dcterms:W3CDTF">2026-08-11T04:43:52Z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