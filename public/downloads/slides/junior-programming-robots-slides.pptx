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Programming Robots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review: what’s a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program = a list of instructions a computer follows </a:t>
            </a:r>
            <a:r>
              <a:rPr b="1"/>
              <a:t>exactly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But real programs have superpowers: - </a:t>
            </a:r>
            <a:r>
              <a:rPr b="1"/>
              <a:t>Loops</a:t>
            </a:r>
            <a:r>
              <a:rPr/>
              <a:t> — repeat steps automatically 🔁 - </a:t>
            </a:r>
            <a:r>
              <a:rPr b="1"/>
              <a:t>Events</a:t>
            </a:r>
            <a:r>
              <a:rPr/>
              <a:t> — react when something happens ⚡ - </a:t>
            </a:r>
            <a:r>
              <a:rPr b="1"/>
              <a:t>Conditions</a:t>
            </a:r>
            <a:r>
              <a:rPr/>
              <a:t> — make decisions 🤔</a:t>
            </a:r>
          </a:p>
          <a:p>
            <a:pPr lvl="0" indent="0" marL="0">
              <a:buNone/>
            </a:pPr>
            <a:r>
              <a:rPr/>
              <a:t>Today you’ll use all three!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Loops: Don’t Repeat Yourself!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Dance routine WITHOUT a loop: &gt; clap, clap, spin, jump, clap, clap, spin, jump, clap, clap, spin, jump</a:t>
            </a:r>
          </a:p>
          <a:p>
            <a:pPr lvl="0" indent="0" marL="0">
              <a:buNone/>
            </a:pPr>
            <a:r>
              <a:rPr/>
              <a:t>Dance routine WITH a loop: &gt; </a:t>
            </a:r>
            <a:r>
              <a:rPr b="1"/>
              <a:t>repeat 3 times:</a:t>
            </a:r>
            <a:r>
              <a:rPr/>
              <a:t> [clap ×2, spin, jump]</a:t>
            </a:r>
          </a:p>
          <a:p>
            <a:pPr lvl="0" indent="0" marL="0">
              <a:buNone/>
            </a:pPr>
            <a:r>
              <a:rPr/>
              <a:t>Same dance. Way less writing. </a:t>
            </a:r>
            <a:r>
              <a:rPr b="1"/>
              <a:t>Let’s perform it!</a:t>
            </a:r>
            <a:r>
              <a:rPr/>
              <a:t> 💃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Events: When THIS happens, do THAT 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Events make programs interactive: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0447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arrow key pressed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 the player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sprites touch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 the item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timer hits 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game over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6500"/>
            <a:ext cx="8229600" cy="723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Robots use events too: </a:t>
            </a:r>
            <a:r>
              <a:rPr i="1"/>
              <a:t>when bump sensor pressed → turn around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Build: Battery Chase Game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MakeCode Arcade, step by step:</a:t>
            </a:r>
          </a:p>
          <a:p>
            <a:pPr lvl="0" indent="-342900" marL="342900">
              <a:buAutoNum type="arabicPeriod"/>
            </a:pPr>
            <a:r>
              <a:rPr b="1"/>
              <a:t>Sprite + events</a:t>
            </a:r>
            <a:r>
              <a:rPr/>
              <a:t> — player moves with arrow keys</a:t>
            </a:r>
          </a:p>
          <a:p>
            <a:pPr lvl="0" indent="-342900" marL="342900">
              <a:buAutoNum type="arabicPeriod"/>
            </a:pPr>
            <a:r>
              <a:rPr b="1"/>
              <a:t>Second sprite</a:t>
            </a:r>
            <a:r>
              <a:rPr/>
              <a:t> — a battery to collect 🔋</a:t>
            </a:r>
          </a:p>
          <a:p>
            <a:pPr lvl="0" indent="-342900" marL="342900">
              <a:buAutoNum type="arabicPeriod"/>
            </a:pPr>
            <a:r>
              <a:rPr b="1"/>
              <a:t>Loop</a:t>
            </a:r>
            <a:r>
              <a:rPr/>
              <a:t> — battery respawns </a:t>
            </a:r>
            <a:r>
              <a:rPr i="1"/>
              <a:t>forever</a:t>
            </a:r>
          </a:p>
          <a:p>
            <a:pPr lvl="0" indent="-342900" marL="342900">
              <a:buAutoNum type="arabicPeriod"/>
            </a:pPr>
            <a:r>
              <a:rPr b="1"/>
              <a:t>Condition</a:t>
            </a:r>
            <a:r>
              <a:rPr/>
              <a:t> — IF score = 5 → “YOU WIN!”</a:t>
            </a:r>
          </a:p>
          <a:p>
            <a:pPr lvl="0" indent="-342900" marL="342900">
              <a:buAutoNum type="arabicPeriod"/>
            </a:pPr>
            <a:r>
              <a:rPr b="1"/>
              <a:t>Challenge</a:t>
            </a:r>
            <a:r>
              <a:rPr/>
              <a:t> — add an enemy that chases you! 👾</a:t>
            </a:r>
          </a:p>
          <a:p>
            <a:pPr lvl="0" indent="0" marL="0">
              <a:buNone/>
            </a:pPr>
            <a:r>
              <a:rPr/>
              <a:t>Finished early? Become a </a:t>
            </a:r>
            <a:r>
              <a:rPr b="1"/>
              <a:t>deputy mentor</a:t>
            </a:r>
            <a:r>
              <a:rPr/>
              <a:t> and help a neighbor!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Debugging like a pro 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your game doesn’t work: 1. </a:t>
            </a:r>
            <a:r>
              <a:rPr b="1"/>
              <a:t>Read</a:t>
            </a:r>
            <a:r>
              <a:rPr/>
              <a:t> your blocks out loud 2. </a:t>
            </a:r>
            <a:r>
              <a:rPr b="1"/>
              <a:t>Predict</a:t>
            </a:r>
            <a:r>
              <a:rPr/>
              <a:t> what should happen 3. </a:t>
            </a:r>
            <a:r>
              <a:rPr b="1"/>
              <a:t>Compare</a:t>
            </a:r>
            <a:r>
              <a:rPr/>
              <a:t> to what actually happens 4. </a:t>
            </a:r>
            <a:r>
              <a:rPr b="1"/>
              <a:t>Change ONE thing</a:t>
            </a:r>
            <a:r>
              <a:rPr/>
              <a:t> and test again</a:t>
            </a:r>
          </a:p>
          <a:p>
            <a:pPr lvl="0" indent="0" marL="0">
              <a:buNone/>
            </a:pPr>
            <a:r>
              <a:rPr/>
              <a:t>Never change five things at once — you won’t know which one fixed it!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game IS a robot brain 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real robot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Player sprite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robot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Arrow keys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 inputs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Enemy touching you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Obstacle detected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“YOU WIN” condition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Mission complete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like a roboticist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</a:t>
            </a:r>
            <a:r>
              <a:rPr b="1"/>
              <a:t>pseudocode</a:t>
            </a:r>
            <a:r>
              <a:rPr/>
              <a:t> (a program in plain English) for a vacuum robot:</a:t>
            </a:r>
          </a:p>
          <a:p>
            <a:pPr lvl="0" indent="0">
              <a:buNone/>
            </a:pPr>
            <a:r>
              <a:rPr>
                <a:latin typeface="Courier"/>
              </a:rPr>
              <a:t>forever:
    move forward
    if bump sensor pressed:
        turn right</a:t>
            </a:r>
          </a:p>
          <a:p>
            <a:pPr lvl="0" indent="0" marL="0">
              <a:buNone/>
            </a:pPr>
            <a:r>
              <a:rPr b="1"/>
              <a:t>Your turn:</a:t>
            </a:r>
            <a:r>
              <a:rPr/>
              <a:t> write pseudocode for a robot that waters plants! 🌱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Used loops, events, and conditions - ✅ Built a complete game - ✅ Debugged like a professional - ✅ Wrote pseudocode for a real robot task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keep building your game (free)</a:t>
            </a:r>
          </a:p>
          <a:p>
            <a:pPr lvl="0"/>
            <a:r>
              <a:rPr b="1"/>
              <a:t>scratch.mit.edu</a:t>
            </a:r>
            <a:r>
              <a:rPr/>
              <a:t> — make games and animations</a:t>
            </a:r>
          </a:p>
          <a:p>
            <a:pPr lvl="0"/>
            <a:r>
              <a:rPr b="1"/>
              <a:t>code.org</a:t>
            </a:r>
            <a:r>
              <a:rPr/>
              <a:t> — free coding courses</a:t>
            </a:r>
          </a:p>
          <a:p>
            <a:pPr lvl="0"/>
            <a:r>
              <a:rPr b="1"/>
              <a:t>micro:bit</a:t>
            </a:r>
            <a:r>
              <a:rPr/>
              <a:t> (microbit.org) — a $20 pocket computer you can program</a:t>
            </a:r>
          </a:p>
          <a:p>
            <a:pPr lvl="0"/>
            <a:r>
              <a:rPr/>
              <a:t>Ask about </a:t>
            </a:r>
            <a:r>
              <a:rPr b="1"/>
              <a:t>FIRST LEGO League</a:t>
            </a:r>
            <a:r>
              <a:rPr/>
              <a:t> teams near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2026-08-11T04:44:05Z</dcterms:created>
  <dcterms:modified xsi:type="dcterms:W3CDTF">2026-08-11T04:44:05Z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