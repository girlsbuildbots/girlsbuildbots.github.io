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Safeguards 🛡️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protect yourself 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time: how information travels.</a:t>
            </a:r>
          </a:p>
          <a:p>
            <a:pPr lvl="0" indent="0" marL="0">
              <a:buNone/>
            </a:pPr>
            <a:r>
              <a:rPr/>
              <a:t>Today: the </a:t>
            </a:r>
            <a:r>
              <a:rPr b="1"/>
              <a:t>practical protections</a:t>
            </a:r>
            <a:r>
              <a:rPr/>
              <a:t> you’ll actually use.</a:t>
            </a:r>
          </a:p>
          <a:p>
            <a:pPr lvl="0" indent="0" marL="0">
              <a:buNone/>
            </a:pPr>
            <a:r>
              <a:rPr i="1"/>
              <a:t>The message is “you can protect yourself” — not “the internet is scary.”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Rule #1, out loud 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Every password today is made up.</a:t>
            </a:r>
          </a:p>
          <a:p>
            <a:pPr lvl="0" indent="0" marL="0">
              <a:buNone/>
            </a:pPr>
            <a:r>
              <a:rPr/>
              <a:t>Never write down or share a </a:t>
            </a:r>
            <a:r>
              <a:rPr b="1"/>
              <a:t>real</a:t>
            </a:r>
            <a:r>
              <a:rPr/>
              <a:t> password.</a:t>
            </a:r>
          </a:p>
          <a:p>
            <a:pPr lvl="0" indent="0" marL="0">
              <a:buNone/>
            </a:pPr>
            <a:r>
              <a:rPr/>
              <a:t>Not with your friends. Not with a grown-up. </a:t>
            </a:r>
            <a:r>
              <a:rPr b="1"/>
              <a:t>Not with us.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Password Strength Lab 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Sort these made-up passwords weakest → strongest.</a:t>
            </a:r>
          </a:p>
          <a:p>
            <a:pPr lvl="0" indent="0" marL="0">
              <a:buNone/>
            </a:pPr>
            <a:r>
              <a:rPr/>
              <a:t>What patterns do you see?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rules you just discovered 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Longer beats clever</a:t>
            </a:r>
            <a:r>
              <a:rPr/>
              <a:t> 📏</a:t>
            </a:r>
          </a:p>
          <a:p>
            <a:pPr lvl="0"/>
            <a:r>
              <a:rPr b="1"/>
              <a:t>Mixed characters</a:t>
            </a:r>
            <a:r>
              <a:rPr/>
              <a:t> help</a:t>
            </a:r>
          </a:p>
          <a:p>
            <a:pPr lvl="0"/>
            <a:r>
              <a:rPr/>
              <a:t>A </a:t>
            </a:r>
            <a:r>
              <a:rPr b="1"/>
              <a:t>passphrase</a:t>
            </a:r>
            <a:r>
              <a:rPr/>
              <a:t> — three random words — is strong </a:t>
            </a:r>
            <a:r>
              <a:rPr i="1"/>
              <a:t>and</a:t>
            </a:r>
            <a:r>
              <a:rPr/>
              <a:t> memorable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PurpleRobotTaco!</a:t>
            </a:r>
          </a:p>
          <a:p>
            <a:pPr lvl="0" indent="0" marL="0">
              <a:buNone/>
            </a:pPr>
            <a:r>
              <a:rPr b="1"/>
              <a:t>Your turn:</a:t>
            </a:r>
            <a:r>
              <a:rPr/>
              <a:t> invent your own passphrase with the method.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second lock 🔒🔒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accounts send a code to a grown-up’s phone.</a:t>
            </a:r>
          </a:p>
          <a:p>
            <a:pPr lvl="0" indent="0" marL="0">
              <a:buNone/>
            </a:pPr>
            <a:r>
              <a:rPr/>
              <a:t>That’s called </a:t>
            </a:r>
            <a:r>
              <a:rPr b="1"/>
              <a:t>two-factor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Two locks beat one.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Spot the Phish 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Here’s your “inbox.” For each message, hunt for </a:t>
            </a:r>
            <a:r>
              <a:rPr b="1"/>
              <a:t>red flags</a:t>
            </a:r>
            <a:r>
              <a:rPr/>
              <a:t>:</a:t>
            </a:r>
          </a:p>
          <a:p>
            <a:pPr lvl="0"/>
            <a:r>
              <a:rPr/>
              <a:t>⏰ Urgent pressure — “act NOW!”</a:t>
            </a:r>
          </a:p>
          <a:p>
            <a:pPr lvl="0"/>
            <a:r>
              <a:rPr/>
              <a:t>🎁 Prizes for nothing</a:t>
            </a:r>
          </a:p>
          <a:p>
            <a:pPr lvl="0"/>
            <a:r>
              <a:rPr/>
              <a:t>🔤 Misspelled sender addresses</a:t>
            </a:r>
          </a:p>
          <a:p>
            <a:pPr lvl="0"/>
            <a:r>
              <a:rPr/>
              <a:t>🔗 Links that don’t match their label</a:t>
            </a:r>
          </a:p>
          <a:p>
            <a:pPr lvl="0"/>
            <a:r>
              <a:rPr/>
              <a:t>🔑 Requests for personal info or passwords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rule of thumb 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 companies don’t ask for your password in a message.</a:t>
            </a:r>
          </a:p>
          <a:p>
            <a:pPr lvl="0" indent="0" marL="0">
              <a:buNone/>
            </a:pPr>
            <a:r>
              <a:rPr/>
              <a:t>Unsure? </a:t>
            </a:r>
            <a:r>
              <a:rPr b="1"/>
              <a:t>Don’t click. Ask a trusted adult.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Footprints in the Sand 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scenario card, ask three questions:</a:t>
            </a:r>
          </a:p>
          <a:p>
            <a:pPr lvl="0" indent="-342900" marL="342900">
              <a:buAutoNum type="arabicPeriod"/>
            </a:pPr>
            <a:r>
              <a:rPr b="1"/>
              <a:t>Who can see this?</a:t>
            </a:r>
          </a:p>
          <a:p>
            <a:pPr lvl="0" indent="-342900" marL="342900">
              <a:buAutoNum type="arabicPeriod"/>
            </a:pPr>
            <a:r>
              <a:rPr b="1"/>
              <a:t>How long does it last?</a:t>
            </a:r>
          </a:p>
          <a:p>
            <a:pPr lvl="0" indent="-342900" marL="342900">
              <a:buAutoNum type="arabicPeriod"/>
            </a:pPr>
            <a:r>
              <a:rPr b="1"/>
              <a:t>Would you want it visible in five years?</a:t>
            </a:r>
          </a:p>
          <a:p>
            <a:pPr lvl="0" indent="0" marL="0">
              <a:buNone/>
            </a:pPr>
            <a:r>
              <a:rPr/>
              <a:t>Things shared online can </a:t>
            </a:r>
            <a:r>
              <a:rPr b="1"/>
              <a:t>persist and travel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Safeguard:</a:t>
            </a:r>
            <a:r>
              <a:rPr/>
              <a:t> think before you post, and set privacy settings with a grown-up.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protects its accounts and code with strong passphrases, and we </a:t>
            </a:r>
            <a:r>
              <a:rPr b="1"/>
              <a:t>never share logins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Losing control of the robot’s code would be a very bad day.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Safeguard Kit 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your personal </a:t>
            </a:r>
            <a:r>
              <a:rPr b="1"/>
              <a:t>top three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A passphrase method</a:t>
            </a:r>
          </a:p>
          <a:p>
            <a:pPr lvl="0" indent="-342900" marL="342900">
              <a:buAutoNum type="arabicPeriod"/>
            </a:pPr>
            <a:r>
              <a:rPr/>
              <a:t>A phishing red flag you’ll watch for</a:t>
            </a:r>
          </a:p>
          <a:p>
            <a:pPr lvl="0" indent="-342900" marL="342900">
              <a:buAutoNum type="arabicPeriod"/>
            </a:pPr>
            <a:r>
              <a:rPr/>
              <a:t>A think-before-posting rule</a:t>
            </a:r>
          </a:p>
          <a:p>
            <a:pPr lvl="0" indent="0" marL="0">
              <a:buNone/>
            </a:pPr>
            <a:r>
              <a:rPr/>
              <a:t>Then quiz a partner: </a:t>
            </a:r>
            <a:r>
              <a:rPr b="1"/>
              <a:t>phish, or legit?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what makes a password strong, and built a passphrase</a:t>
            </a:r>
          </a:p>
          <a:p>
            <a:pPr lvl="0"/>
            <a:r>
              <a:rPr/>
              <a:t>Spotted at least three phishing red flags</a:t>
            </a:r>
          </a:p>
          <a:p>
            <a:pPr lvl="0"/>
            <a:r>
              <a:rPr/>
              <a:t>Explained what a digital footprint is and why it lasts</a:t>
            </a:r>
          </a:p>
          <a:p>
            <a:pPr lvl="0"/>
            <a:r>
              <a:rPr/>
              <a:t>Named your personal top-three safeguards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beinternetawesome.withgoogle.com</a:t>
            </a:r>
            <a:r>
              <a:rPr/>
              <a:t> — Tower of Treasure (free)</a:t>
            </a:r>
          </a:p>
          <a:p>
            <a:pPr lvl="0"/>
            <a:r>
              <a:rPr/>
              <a:t>Teach your passphrase method to someone at home</a:t>
            </a:r>
          </a:p>
          <a:p>
            <a:pPr lvl="0"/>
            <a:r>
              <a:rPr/>
              <a:t>Ask your troop leader about the next Cybersecurity badge!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2026-08-11T04:44:01Z</dcterms:created>
  <dcterms:modified xsi:type="dcterms:W3CDTF">2026-08-11T04:44:01Z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