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STEM Career Exploration 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Brownie STEM Badge — Girls Build Bots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Presented by your robotics mentors!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does STEM mean? 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</a:t>
            </a:r>
            <a:r>
              <a:rPr/>
              <a:t>cience 🔬</a:t>
            </a:r>
          </a:p>
          <a:p>
            <a:pPr lvl="0"/>
            <a:r>
              <a:rPr b="1"/>
              <a:t>T</a:t>
            </a:r>
            <a:r>
              <a:rPr/>
              <a:t>echnology 💻</a:t>
            </a:r>
          </a:p>
          <a:p>
            <a:pPr lvl="0"/>
            <a:r>
              <a:rPr b="1"/>
              <a:t>E</a:t>
            </a:r>
            <a:r>
              <a:rPr/>
              <a:t>ngineering 🔧</a:t>
            </a:r>
          </a:p>
          <a:p>
            <a:pPr lvl="0"/>
            <a:r>
              <a:rPr b="1"/>
              <a:t>M</a:t>
            </a:r>
            <a:r>
              <a:rPr/>
              <a:t>ath ➗</a:t>
            </a:r>
          </a:p>
          <a:p>
            <a:pPr lvl="0" indent="0" marL="0">
              <a:buNone/>
            </a:pPr>
            <a:r>
              <a:rPr/>
              <a:t>STEM jobs aren’t far away and grown-up. </a:t>
            </a:r>
            <a:r>
              <a:rPr b="1"/>
              <a:t>They grow out of things you already love.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do YOU love? 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Going around the circle — name </a:t>
            </a:r>
            <a:r>
              <a:rPr b="1"/>
              <a:t>one thing you love to do</a:t>
            </a:r>
            <a:r>
              <a:rPr/>
              <a:t>.</a:t>
            </a:r>
          </a:p>
          <a:p>
            <a:pPr lvl="0"/>
            <a:r>
              <a:rPr/>
              <a:t>Animals 🐾</a:t>
            </a:r>
          </a:p>
          <a:p>
            <a:pPr lvl="0"/>
            <a:r>
              <a:rPr/>
              <a:t>Drawing 🎨</a:t>
            </a:r>
          </a:p>
          <a:p>
            <a:pPr lvl="0"/>
            <a:r>
              <a:rPr/>
              <a:t>Building 🧱</a:t>
            </a:r>
          </a:p>
          <a:p>
            <a:pPr lvl="0"/>
            <a:r>
              <a:rPr/>
              <a:t>Space 🪐</a:t>
            </a:r>
          </a:p>
          <a:p>
            <a:pPr lvl="0"/>
            <a:r>
              <a:rPr/>
              <a:t>Puzzles 🧩</a:t>
            </a:r>
          </a:p>
          <a:p>
            <a:pPr lvl="0" indent="0" marL="0">
              <a:buNone/>
            </a:pPr>
            <a:r>
              <a:rPr b="1"/>
              <a:t>There are no wrong answers!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Meet real STEM people 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mentors are going to tell you their </a:t>
            </a:r>
            <a:r>
              <a:rPr b="1"/>
              <a:t>STEM stories</a:t>
            </a:r>
            <a:r>
              <a:rPr/>
              <a:t>:</a:t>
            </a:r>
          </a:p>
          <a:p>
            <a:pPr lvl="0"/>
            <a:r>
              <a:rPr/>
              <a:t>What we build and do</a:t>
            </a:r>
          </a:p>
          <a:p>
            <a:pPr lvl="0"/>
            <a:r>
              <a:rPr/>
              <a:t>How we got started</a:t>
            </a:r>
          </a:p>
          <a:p>
            <a:pPr lvl="0"/>
            <a:r>
              <a:rPr/>
              <a:t>One thing we </a:t>
            </a:r>
            <a:r>
              <a:rPr b="1"/>
              <a:t>love</a:t>
            </a:r>
            <a:r>
              <a:rPr/>
              <a:t> about it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Then it’s your turn to ask us anything!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started right where you are 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We’re only a few years older than you.</a:t>
            </a:r>
          </a:p>
          <a:p>
            <a:pPr lvl="0" indent="0" marL="0">
              <a:buNone/>
            </a:pPr>
            <a:r>
              <a:rPr/>
              <a:t>Every one of us was once a kid who liked building, or drawing, or asking “how does that work?”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Match your love to a career 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Look at the career cards. Find the match!</a:t>
            </a:r>
          </a:p>
          <a:p>
            <a:pPr lvl="0"/>
            <a:r>
              <a:rPr/>
              <a:t>Love </a:t>
            </a:r>
            <a:r>
              <a:rPr b="1"/>
              <a:t>animals</a:t>
            </a:r>
            <a:r>
              <a:rPr/>
              <a:t>? 🐬 → marine biologist who studies dolphins with underwater robots</a:t>
            </a:r>
          </a:p>
          <a:p>
            <a:pPr lvl="0"/>
            <a:r>
              <a:rPr/>
              <a:t>Love </a:t>
            </a:r>
            <a:r>
              <a:rPr b="1"/>
              <a:t>games</a:t>
            </a:r>
            <a:r>
              <a:rPr/>
              <a:t>? 🎮 → video-game designer</a:t>
            </a:r>
          </a:p>
          <a:p>
            <a:pPr lvl="0"/>
            <a:r>
              <a:rPr/>
              <a:t>Love </a:t>
            </a:r>
            <a:r>
              <a:rPr b="1"/>
              <a:t>building</a:t>
            </a:r>
            <a:r>
              <a:rPr/>
              <a:t>? 🎢 → roller-coaster engineer</a:t>
            </a:r>
          </a:p>
          <a:p>
            <a:pPr lvl="0"/>
            <a:r>
              <a:rPr/>
              <a:t>Love </a:t>
            </a:r>
            <a:r>
              <a:rPr b="1"/>
              <a:t>space</a:t>
            </a:r>
            <a:r>
              <a:rPr/>
              <a:t>? 👩‍🚀 → astronaut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Fill in your sheet 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“I love ___ , so I could be a ___.”</a:t>
            </a:r>
          </a:p>
          <a:p>
            <a:pPr lvl="0" indent="0" marL="0">
              <a:buNone/>
            </a:pPr>
            <a:r>
              <a:rPr/>
              <a:t>Find at least one match. Your mentors will help you find surprising ones!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Robot moment 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Come drive the robot!</a:t>
            </a:r>
          </a:p>
          <a:p>
            <a:pPr lvl="0" indent="0" marL="0">
              <a:buNone/>
            </a:pPr>
            <a:r>
              <a:rPr/>
              <a:t>Nothing makes </a:t>
            </a:r>
            <a:r>
              <a:rPr b="1"/>
              <a:t>“I could do this”</a:t>
            </a:r>
            <a:r>
              <a:rPr/>
              <a:t> feel real like putting your hands on the machine.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My STEM dream 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Name: 1. One STEM job you’d like to </a:t>
            </a:r>
            <a:r>
              <a:rPr b="1"/>
              <a:t>explore</a:t>
            </a:r>
            <a:r>
              <a:rPr/>
              <a:t> 2. One </a:t>
            </a:r>
            <a:r>
              <a:rPr b="1"/>
              <a:t>small step</a:t>
            </a:r>
            <a:r>
              <a:rPr/>
              <a:t> you could take</a:t>
            </a:r>
          </a:p>
          <a:p>
            <a:pPr lvl="0" indent="0" marL="0">
              <a:buNone/>
            </a:pPr>
            <a:r>
              <a:rPr i="1"/>
              <a:t>Read a book about it 📚 · Try a coding game 💻 · Ask a question 🙋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Everybody say it! 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“I could be a ___.”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did it! 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you: - ✅ Learned what STEM stands for - ✅ Met real people on a STEM path - ✅ Connected something you love to a real STEM job - ✅ Named a career to explore and a step to take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going at home! 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Tell a grown-up about the STEM job you picked</a:t>
            </a:r>
          </a:p>
          <a:p>
            <a:pPr lvl="0"/>
            <a:r>
              <a:rPr/>
              <a:t>Take your one small step </a:t>
            </a:r>
            <a:r>
              <a:rPr b="1"/>
              <a:t>this week</a:t>
            </a:r>
          </a:p>
          <a:p>
            <a:pPr lvl="0"/>
            <a:r>
              <a:rPr/>
              <a:t>Ask your troop leader about your next STEM badge!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📣 Share Your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Troop leaders &amp; robotics teams</a:t>
            </a:r>
            <a:r>
              <a:rPr/>
              <a:t> — if you used this curriculum, please:</a:t>
            </a:r>
          </a:p>
          <a:p>
            <a:pPr lvl="0" indent="-342900" marL="342900">
              <a:buAutoNum type="arabicPeriod"/>
            </a:pPr>
            <a:r>
              <a:rPr b="1"/>
              <a:t>Credit us</a:t>
            </a:r>
            <a:r>
              <a:rPr/>
              <a:t> — the curriculum comes from </a:t>
            </a:r>
            <a:r>
              <a:rPr b="1"/>
              <a:t>Girls Build Bots</a:t>
            </a:r>
          </a:p>
          <a:p>
            <a:pPr lvl="0" indent="-342900" marL="342900">
              <a:buAutoNum type="arabicPeriod"/>
            </a:pPr>
            <a:r>
              <a:rPr b="1"/>
              <a:t>Tag us</a:t>
            </a:r>
            <a:r>
              <a:rPr/>
              <a:t> — </a:t>
            </a:r>
            <a:r>
              <a:rPr b="1"/>
              <a:t>@girlsbuildbots</a:t>
            </a:r>
            <a:r>
              <a:rPr/>
              <a:t> on Instagram</a:t>
            </a:r>
          </a:p>
          <a:p>
            <a:pPr lvl="0" indent="-342900" marL="342900">
              <a:buAutoNum type="arabicPeriod"/>
            </a:pPr>
            <a:r>
              <a:rPr b="1"/>
              <a:t>Report your results</a:t>
            </a:r>
            <a:r>
              <a:rPr/>
              <a:t> — email </a:t>
            </a:r>
            <a:r>
              <a:rPr b="1"/>
              <a:t>girlsbuildbots@gmail.com</a:t>
            </a:r>
            <a:r>
              <a:rPr/>
              <a:t> with how many girls took part, how many badges were earned, and how it went</a:t>
            </a:r>
          </a:p>
          <a:p>
            <a:pPr lvl="0" indent="0" marL="0">
              <a:buNone/>
            </a:pPr>
            <a:r>
              <a:rPr/>
              <a:t>This is how the program grows — and how the next troop and team get better materials.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EECE1"/>
      </a:lt2>
      <a:accent1>
        <a:srgbClr val="1F3864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2026-08-11T04:43:53Z</dcterms:created>
  <dcterms:modified xsi:type="dcterms:W3CDTF">2026-08-11T04:43:53Z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