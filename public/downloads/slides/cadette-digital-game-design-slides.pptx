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Game Design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Cadette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Mechanics make feelings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003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Designers </a:t>
            </a:r>
            <a:r>
              <a:rPr b="1"/>
              <a:t>engineer emotion</a:t>
            </a:r>
            <a:r>
              <a:rPr/>
              <a:t> on purpose: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324100"/>
          <a:ext cx="82296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Mechanic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Feeling it manufactures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Countdown timer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Growing combo counter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near-miss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“one more try”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Dissect one you know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a game this room plays.</a:t>
            </a:r>
          </a:p>
          <a:p>
            <a:pPr lvl="0"/>
            <a:r>
              <a:rPr/>
              <a:t>What’s its </a:t>
            </a:r>
            <a:r>
              <a:rPr b="1"/>
              <a:t>core mechanic</a:t>
            </a:r>
            <a:r>
              <a:rPr/>
              <a:t>?</a:t>
            </a:r>
          </a:p>
          <a:p>
            <a:pPr lvl="0"/>
            <a:r>
              <a:rPr/>
              <a:t>What </a:t>
            </a:r>
            <a:r>
              <a:rPr b="1"/>
              <a:t>feeling</a:t>
            </a:r>
            <a:r>
              <a:rPr/>
              <a:t> does that mechanic manufacture?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ethics beat ⚖️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tools can </a:t>
            </a:r>
            <a:r>
              <a:rPr b="1"/>
              <a:t>respect</a:t>
            </a:r>
            <a:r>
              <a:rPr/>
              <a:t> players — or </a:t>
            </a:r>
            <a:r>
              <a:rPr b="1"/>
              <a:t>hook</a:t>
            </a:r>
            <a:r>
              <a:rPr/>
              <a:t> them unfairly.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Designing </a:t>
            </a:r>
            <a:r>
              <a:rPr b="1" i="1"/>
              <a:t>for good</a:t>
            </a:r>
            <a:r>
              <a:rPr b="1"/>
              <a:t> means fun that leaves players glad they played.</a:t>
            </a:r>
          </a:p>
          <a:p>
            <a:pPr lvl="0" indent="0" marL="0">
              <a:buNone/>
            </a:pPr>
            <a:r>
              <a:rPr/>
              <a:t>That’s a choice you make. Every time.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doc — with a curve 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page, before any code:</a:t>
            </a:r>
          </a:p>
          <a:p>
            <a:pPr lvl="0" indent="-342900" marL="342900">
              <a:buAutoNum type="arabicPeriod"/>
            </a:pPr>
            <a:r>
              <a:rPr/>
              <a:t>One </a:t>
            </a:r>
            <a:r>
              <a:rPr b="1"/>
              <a:t>core mechanic</a:t>
            </a:r>
          </a:p>
          <a:p>
            <a:pPr lvl="0" indent="-342900" marL="342900">
              <a:buAutoNum type="arabicPeriod"/>
            </a:pPr>
            <a:r>
              <a:rPr b="1"/>
              <a:t>Goal</a:t>
            </a:r>
          </a:p>
          <a:p>
            <a:pPr lvl="0" indent="-342900" marL="342900">
              <a:buAutoNum type="arabicPeriod"/>
            </a:pPr>
            <a:r>
              <a:rPr b="1"/>
              <a:t>Fail state</a:t>
            </a:r>
          </a:p>
          <a:p>
            <a:pPr lvl="0" indent="-342900" marL="342900">
              <a:buAutoNum type="arabicPeriod"/>
            </a:pPr>
            <a:r>
              <a:rPr b="1"/>
              <a:t>Intended feeling</a:t>
            </a:r>
          </a:p>
          <a:p>
            <a:pPr lvl="0" indent="-342900" marL="342900">
              <a:buAutoNum type="arabicPeriod"/>
            </a:pPr>
            <a:r>
              <a:rPr/>
              <a:t>A sketched </a:t>
            </a:r>
            <a:r>
              <a:rPr b="1"/>
              <a:t>difficulty curve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difficulty curve 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does minute three get harder than minute one?</a:t>
            </a:r>
          </a:p>
          <a:p>
            <a:pPr lvl="0"/>
            <a:r>
              <a:rPr/>
              <a:t>Faster enemies?</a:t>
            </a:r>
          </a:p>
          <a:p>
            <a:pPr lvl="0"/>
            <a:r>
              <a:rPr/>
              <a:t>Shorter timer?</a:t>
            </a:r>
          </a:p>
          <a:p>
            <a:pPr lvl="0"/>
            <a:r>
              <a:rPr/>
              <a:t>More obstacles?</a:t>
            </a:r>
          </a:p>
          <a:p>
            <a:pPr lvl="0" indent="0" marL="0">
              <a:buNone/>
            </a:pPr>
            <a:r>
              <a:rPr b="1"/>
              <a:t>Scope rule:</a:t>
            </a:r>
            <a:r>
              <a:rPr/>
              <a:t> one mechanic executed well beats four executed poorly.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the prototype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Core loop</a:t>
            </a:r>
            <a:r>
              <a:rPr/>
              <a:t> — player, objective, fail state</a:t>
            </a:r>
          </a:p>
          <a:p>
            <a:pPr lvl="0" indent="-342900" marL="342900">
              <a:buAutoNum type="arabicPeriod"/>
            </a:pPr>
            <a:r>
              <a:rPr b="1"/>
              <a:t>Score</a:t>
            </a:r>
            <a:r>
              <a:rPr/>
              <a:t> + win/lose conditions</a:t>
            </a:r>
          </a:p>
          <a:p>
            <a:pPr lvl="0" indent="-342900" marL="342900">
              <a:buAutoNum type="arabicPeriod"/>
            </a:pPr>
            <a:r>
              <a:rPr b="1"/>
              <a:t>The difficulty curve, implemented</a:t>
            </a:r>
            <a:r>
              <a:rPr/>
              <a:t> — a variable that ramps speed, spawn rate, or time pressure as score climbs</a:t>
            </a:r>
          </a:p>
          <a:p>
            <a:pPr lvl="0" indent="-342900" marL="342900">
              <a:buAutoNum type="arabicPeriod"/>
            </a:pPr>
            <a:r>
              <a:rPr b="1"/>
              <a:t>Game feel pass</a:t>
            </a:r>
            <a:r>
              <a:rPr/>
              <a:t> — sound effects, a screen shake or flash</a:t>
            </a:r>
          </a:p>
          <a:p>
            <a:pPr lvl="0" indent="-342900" marL="342900">
              <a:buAutoNum type="arabicPeriod"/>
            </a:pPr>
            <a:r>
              <a:rPr/>
              <a:t>Stretch: title screen + “play again” flow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game feel pass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Tiny touches. Huge difference.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This is the minute your prototype starts feeling like a real game.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Structured playtest 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 a swap. A protocol.</a:t>
            </a:r>
          </a:p>
          <a:p>
            <a:pPr lvl="0" indent="0" marL="0">
              <a:buNone/>
            </a:pPr>
            <a:r>
              <a:rPr b="1"/>
              <a:t>Half one — observe silently, 2 minutes:</a:t>
            </a:r>
            <a:r>
              <a:rPr/>
              <a:t> Where do they struggle? Smile? Quit?</a:t>
            </a:r>
          </a:p>
          <a:p>
            <a:pPr lvl="0" indent="0" marL="0">
              <a:buNone/>
            </a:pPr>
            <a:r>
              <a:rPr b="1"/>
              <a:t>Half two — interview, 3 questions:</a:t>
            </a:r>
            <a:r>
              <a:rPr/>
              <a:t> 1. What was the goal? 2. What frustrated you? 3. What would you change?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Watch, don’t explain 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will </a:t>
            </a:r>
            <a:r>
              <a:rPr i="1"/>
              <a:t>ache</a:t>
            </a:r>
            <a:r>
              <a:rPr/>
              <a:t> to explain your game mid-test.</a:t>
            </a:r>
          </a:p>
          <a:p>
            <a:pPr lvl="0" indent="0" marL="0">
              <a:buNone/>
            </a:pPr>
            <a:r>
              <a:rPr/>
              <a:t>Don’t.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testers do outranks what they say.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Iterate from the data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 </a:t>
            </a:r>
            <a:r>
              <a:rPr b="1"/>
              <a:t>one change</a:t>
            </a:r>
            <a:r>
              <a:rPr/>
              <a:t> from your protocol sheet.</a:t>
            </a:r>
          </a:p>
          <a:p>
            <a:pPr lvl="0" indent="0" marL="0">
              <a:buNone/>
            </a:pPr>
            <a:r>
              <a:rPr b="1"/>
              <a:t>Closing:</a:t>
            </a:r>
            <a:r>
              <a:rPr/>
              <a:t> name the observation that surprised you most.</a:t>
            </a:r>
          </a:p>
          <a:p>
            <a:pPr lvl="0" indent="0" marL="0">
              <a:buNone/>
            </a:pPr>
            <a:r>
              <a:rPr i="1"/>
              <a:t>That surprise is why studios playtest.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season a brand-new competition game drops.</a:t>
            </a:r>
          </a:p>
          <a:p>
            <a:pPr lvl="0" indent="0" marL="0">
              <a:buNone/>
            </a:pPr>
            <a:r>
              <a:rPr/>
              <a:t>Our first job is exactly this analysis — mechanics, scoring, fail states — before we design a robot to win it.</a:t>
            </a:r>
          </a:p>
          <a:p>
            <a:pPr lvl="0" indent="0" marL="0">
              <a:buNone/>
            </a:pPr>
            <a:r>
              <a:rPr/>
              <a:t>Same analysis. 120-pound game piece.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accomplished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Explained how a mechanic creates a specific player feeling</a:t>
            </a:r>
          </a:p>
          <a:p>
            <a:pPr lvl="0"/>
            <a:r>
              <a:rPr/>
              <a:t>Wrote a design doc with a core mechanic, fail state, and difficulty curve</a:t>
            </a:r>
          </a:p>
          <a:p>
            <a:pPr lvl="0"/>
            <a:r>
              <a:rPr/>
              <a:t>Built a prototype that implements that curve</a:t>
            </a:r>
          </a:p>
          <a:p>
            <a:pPr lvl="0"/>
            <a:r>
              <a:rPr/>
              <a:t>Ran a structured playtest and iterated on observed data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 up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arcade.makecode.com</a:t>
            </a:r>
            <a:r>
              <a:rPr/>
              <a:t> — add your title screen and “play again” flow</a:t>
            </a:r>
          </a:p>
          <a:p>
            <a:pPr lvl="0"/>
            <a:r>
              <a:rPr/>
              <a:t>Run your </a:t>
            </a:r>
            <a:r>
              <a:rPr b="1"/>
              <a:t>playtest protocol</a:t>
            </a:r>
            <a:r>
              <a:rPr/>
              <a:t> on a game someone else made</a:t>
            </a:r>
          </a:p>
          <a:p>
            <a:pPr lvl="0"/>
            <a:r>
              <a:rPr/>
              <a:t>Pick any game you play: name its core mechanic and the feeling it engineers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2026-08-11T04:43:56Z</dcterms:created>
  <dcterms:modified xsi:type="dcterms:W3CDTF">2026-08-11T04:43:56Z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