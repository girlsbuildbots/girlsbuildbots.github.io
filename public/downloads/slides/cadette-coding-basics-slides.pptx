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Basics ⌨️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runs your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Trace one ordinary hour: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3241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code behind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alarm goes off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 b="1"/>
                        <a:t>scheduled event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playlist shuffles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 b="1"/>
                        <a:t>randomizing algorithm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thermostat kicks 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 b="1"/>
                        <a:t>conditional</a:t>
                      </a:r>
                      <a:r>
                        <a:rPr/>
                        <a:t> — </a:t>
                      </a:r>
                      <a:r>
                        <a:rPr i="1"/>
                        <a:t>if below 68, heat 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the kicker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Someone wrote every one of those decisions.</a:t>
            </a:r>
          </a:p>
          <a:p>
            <a:pPr lvl="0" indent="0" marL="0">
              <a:buNone/>
            </a:pPr>
            <a:r>
              <a:rPr/>
              <a:t>Coders decide how technology behaves.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 you step from </a:t>
            </a:r>
            <a:r>
              <a:rPr b="1" i="1"/>
              <a:t>user</a:t>
            </a:r>
            <a:r>
              <a:rPr b="1"/>
              <a:t> to </a:t>
            </a:r>
            <a:r>
              <a:rPr b="1" i="1"/>
              <a:t>builder</a:t>
            </a:r>
            <a:r>
              <a:rPr b="1"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four tools 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Physical demo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reacts to a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the door opens → wave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makes a 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I say “blue,” stand 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remembers a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running count on the 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 until told to stop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Pseudocode: idea → program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write one line for each, together.</a:t>
            </a:r>
          </a:p>
          <a:p>
            <a:pPr lvl="0" indent="0">
              <a:buNone/>
            </a:pPr>
            <a:r>
              <a:rPr>
                <a:latin typeface="Courier"/>
              </a:rPr>
              <a:t>on button pressed:
    if time &lt; best_time:
        best_time = time</a:t>
            </a:r>
          </a:p>
          <a:p>
            <a:pPr lvl="0" indent="0" marL="0">
              <a:buNone/>
            </a:pPr>
            <a:r>
              <a:rPr b="1"/>
              <a:t>Pseudocode is the bridge.</a:t>
            </a:r>
            <a:r>
              <a:rPr/>
              <a:t> Plain language, program shape.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Build: Reaction-Time Tester 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real tool, not a toy — reaction time is what sports scientists measure.</a:t>
            </a:r>
          </a:p>
          <a:p>
            <a:pPr lvl="0" indent="-342900" marL="342900">
              <a:buAutoNum type="arabicPeriod"/>
            </a:pPr>
            <a:r>
              <a:rPr b="1"/>
              <a:t>Event</a:t>
            </a:r>
            <a:r>
              <a:rPr/>
              <a:t> — on button press, start the round</a:t>
            </a:r>
          </a:p>
          <a:p>
            <a:pPr lvl="0" indent="-342900" marL="342900">
              <a:buAutoNum type="arabicPeriod"/>
            </a:pPr>
            <a:r>
              <a:rPr b="1"/>
              <a:t>Variable</a:t>
            </a:r>
            <a:r>
              <a:rPr/>
              <a:t> — a timer counts up; a score stores your best</a:t>
            </a:r>
          </a:p>
          <a:p>
            <a:pPr lvl="0" indent="-342900" marL="342900">
              <a:buAutoNum type="arabicPeriod"/>
            </a:pPr>
            <a:r>
              <a:rPr b="1"/>
              <a:t>Conditional</a:t>
            </a:r>
            <a:r>
              <a:rPr/>
              <a:t> — pressed too early → “Too soon!”; new best → update</a:t>
            </a:r>
          </a:p>
          <a:p>
            <a:pPr lvl="0" indent="-342900" marL="342900">
              <a:buAutoNum type="arabicPeriod"/>
            </a:pPr>
            <a:r>
              <a:rPr b="1"/>
              <a:t>Loop</a:t>
            </a:r>
            <a:r>
              <a:rPr/>
              <a:t> — play rounds forever, tracking the record</a:t>
            </a:r>
          </a:p>
          <a:p>
            <a:pPr lvl="0" indent="-342900" marL="342900">
              <a:buAutoNum type="arabicPeriod"/>
            </a:pPr>
            <a:r>
              <a:rPr b="1"/>
              <a:t>Stretch</a:t>
            </a:r>
            <a:r>
              <a:rPr/>
              <a:t> — two-player mode with two variables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tools. One program.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one of you leaves with something that actually works.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Review Swap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Swap laptops. On a sticky note, answer:</a:t>
            </a:r>
          </a:p>
          <a:p>
            <a:pPr lvl="0" indent="-342900" marL="342900">
              <a:buAutoNum type="arabicPeriod"/>
            </a:pPr>
            <a:r>
              <a:rPr b="1"/>
              <a:t>What does this program do?</a:t>
            </a:r>
          </a:p>
          <a:p>
            <a:pPr lvl="0" indent="-342900" marL="342900">
              <a:buAutoNum type="arabicPeriod"/>
            </a:pPr>
            <a:r>
              <a:rPr/>
              <a:t>Point to a </a:t>
            </a:r>
            <a:r>
              <a:rPr b="1"/>
              <a:t>conditional</a:t>
            </a:r>
            <a:r>
              <a:rPr/>
              <a:t>. Point to a </a:t>
            </a:r>
            <a:r>
              <a:rPr b="1"/>
              <a:t>variable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One thing you’d improve.</a:t>
            </a:r>
          </a:p>
          <a:p>
            <a:pPr lvl="0" indent="0" marL="0">
              <a:buNone/>
            </a:pPr>
            <a:r>
              <a:rPr/>
              <a:t>Then discuss — and make one improvement to your own.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Every professional software team on Earth does exactly this.</a:t>
            </a:r>
          </a:p>
          <a:p>
            <a:pPr lvl="0" indent="0" marL="0">
              <a:buNone/>
            </a:pPr>
            <a:r>
              <a:rPr/>
              <a:t>Feedback given and taken seriously is the most professional twenty minutes of your day.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four tools live in our robot code:</a:t>
            </a:r>
          </a:p>
          <a:p>
            <a:pPr lvl="0"/>
            <a:r>
              <a:rPr b="1"/>
              <a:t>Events</a:t>
            </a:r>
            <a:r>
              <a:rPr/>
              <a:t> → sensor triggers</a:t>
            </a:r>
          </a:p>
          <a:p>
            <a:pPr lvl="0"/>
            <a:r>
              <a:rPr b="1"/>
              <a:t>Conditionals</a:t>
            </a:r>
            <a:r>
              <a:rPr/>
              <a:t> → if-statements steering autonomous mode</a:t>
            </a:r>
          </a:p>
          <a:p>
            <a:pPr lvl="0"/>
            <a:r>
              <a:rPr b="1"/>
              <a:t>Variables</a:t>
            </a:r>
            <a:r>
              <a:rPr/>
              <a:t> → tracking game state</a:t>
            </a:r>
          </a:p>
          <a:p>
            <a:pPr lvl="0"/>
            <a:r>
              <a:rPr b="1"/>
              <a:t>Loop</a:t>
            </a:r>
            <a:r>
              <a:rPr/>
              <a:t> → the main control loop</a:t>
            </a:r>
          </a:p>
          <a:p>
            <a:pPr lvl="0" indent="0" marL="0">
              <a:buNone/>
            </a:pPr>
            <a:r>
              <a:rPr i="1"/>
              <a:t>Ask us about the time one line bricked our robot at competition.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four tools would you teach a friend first — and how?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Identified code making decisions in everyday technology</a:t>
            </a:r>
          </a:p>
          <a:p>
            <a:pPr lvl="0"/>
            <a:r>
              <a:rPr/>
              <a:t>Explained events, conditionals, variables, and loops with examples</a:t>
            </a:r>
          </a:p>
          <a:p>
            <a:pPr lvl="0"/>
            <a:r>
              <a:rPr/>
              <a:t>Built a working program using all four</a:t>
            </a:r>
          </a:p>
          <a:p>
            <a:pPr lvl="0"/>
            <a:r>
              <a:rPr/>
              <a:t>Read a peer’s code and gave real review feedback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build the two-player stretch mode</a:t>
            </a:r>
          </a:p>
          <a:p>
            <a:pPr lvl="0"/>
            <a:r>
              <a:rPr/>
              <a:t>Write </a:t>
            </a:r>
            <a:r>
              <a:rPr b="1"/>
              <a:t>pseudocode</a:t>
            </a:r>
            <a:r>
              <a:rPr/>
              <a:t> for something you use daily, then build it</a:t>
            </a:r>
          </a:p>
          <a:p>
            <a:pPr lvl="0"/>
            <a:r>
              <a:rPr/>
              <a:t>Run a </a:t>
            </a:r>
            <a:r>
              <a:rPr b="1"/>
              <a:t>code review</a:t>
            </a:r>
            <a:r>
              <a:rPr/>
              <a:t> on a friend’s project — the habit is the skill</a:t>
            </a:r>
          </a:p>
          <a:p>
            <a:pPr lvl="0"/>
            <a:r>
              <a:rPr/>
              <a:t>Ask us what programming a competition robot is actually like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2026-08-11T04:43:54Z</dcterms:created>
  <dcterms:modified xsi:type="dcterms:W3CDTF">2026-08-11T04:43:54Z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