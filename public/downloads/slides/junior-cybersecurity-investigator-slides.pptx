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Investigator 🕵️‍♀️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cyber cases get cracked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Investigators </a:t>
            </a:r>
            <a:r>
              <a:rPr b="1"/>
              <a:t>don’t guess</a:t>
            </a:r>
            <a:r>
              <a:rPr/>
              <a:t>. They:</a:t>
            </a:r>
          </a:p>
          <a:p>
            <a:pPr lvl="0" indent="-342900" marL="342900">
              <a:buAutoNum type="arabicPeriod"/>
            </a:pPr>
            <a:r>
              <a:rPr/>
              <a:t>Collect </a:t>
            </a:r>
            <a:r>
              <a:rPr b="1"/>
              <a:t>evidence</a:t>
            </a:r>
          </a:p>
          <a:p>
            <a:pPr lvl="0" indent="-342900" marL="342900">
              <a:buAutoNum type="arabicPeriod"/>
            </a:pPr>
            <a:r>
              <a:rPr/>
              <a:t>Check whether each </a:t>
            </a:r>
            <a:r>
              <a:rPr b="1"/>
              <a:t>source</a:t>
            </a:r>
            <a:r>
              <a:rPr/>
              <a:t> is trustworthy</a:t>
            </a:r>
          </a:p>
          <a:p>
            <a:pPr lvl="0" indent="-342900" marL="342900">
              <a:buAutoNum type="arabicPeriod"/>
            </a:pPr>
            <a:r>
              <a:rPr/>
              <a:t>Build a </a:t>
            </a:r>
            <a:r>
              <a:rPr b="1"/>
              <a:t>timeline</a:t>
            </a:r>
          </a:p>
          <a:p>
            <a:pPr lvl="0" indent="-342900" marL="342900">
              <a:buAutoNum type="arabicPeriod"/>
            </a:pPr>
            <a:r>
              <a:rPr i="1"/>
              <a:t>Then</a:t>
            </a:r>
            <a:r>
              <a:rPr/>
              <a:t> reach a conclusion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Observation first. Verdict last.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Warm-up 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one suspicious message.</a:t>
            </a:r>
          </a:p>
          <a:p>
            <a:pPr lvl="0" indent="0" marL="0">
              <a:buNone/>
            </a:pPr>
            <a:r>
              <a:rPr b="1"/>
              <a:t>Before anyone decides anything</a:t>
            </a:r>
            <a:r>
              <a:rPr/>
              <a:t> — list every clue you can observe.</a:t>
            </a:r>
          </a:p>
          <a:p>
            <a:pPr lvl="0" indent="0" marL="0">
              <a:buNone/>
            </a:pPr>
            <a:r>
              <a:rPr i="1"/>
              <a:t>Every single one. We’ll decide after.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Case of the Prize Message 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case:</a:t>
            </a:r>
            <a:r>
              <a:rPr/>
              <a:t> a classmate got a message saying she won a tablet.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Is it real?</a:t>
            </a:r>
          </a:p>
          <a:p>
            <a:pPr lvl="0" indent="0" marL="0">
              <a:buNone/>
            </a:pPr>
            <a:r>
              <a:rPr/>
              <a:t>Your team gets the case file. Work the evidence.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Log every clue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 your evidence sheet: </a:t>
            </a:r>
            <a:r>
              <a:rPr b="1"/>
              <a:t>Clue / What it tells us / Trustworthy?</a:t>
            </a:r>
          </a:p>
          <a:p>
            <a:pPr lvl="0" indent="0" marL="0">
              <a:buNone/>
            </a:pPr>
            <a:r>
              <a:rPr/>
              <a:t>Look for: - Misspelled sender - Urgent tone - Link text that doesn’t match the label - A timeline showing the “company” account was created </a:t>
            </a:r>
            <a:r>
              <a:rPr b="1"/>
              <a:t>yesterday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Verify 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 to the verification stations:</a:t>
            </a:r>
          </a:p>
          <a:p>
            <a:pPr lvl="0"/>
            <a:r>
              <a:rPr/>
              <a:t>What would checking the </a:t>
            </a:r>
            <a:r>
              <a:rPr b="1"/>
              <a:t>real company’s site</a:t>
            </a:r>
            <a:r>
              <a:rPr/>
              <a:t> show?</a:t>
            </a:r>
          </a:p>
          <a:p>
            <a:pPr lvl="0"/>
            <a:r>
              <a:rPr/>
              <a:t>What would </a:t>
            </a:r>
            <a:r>
              <a:rPr b="1"/>
              <a:t>asking the sender directly</a:t>
            </a:r>
            <a:r>
              <a:rPr/>
              <a:t> reveal?</a:t>
            </a:r>
          </a:p>
          <a:p>
            <a:pPr lvl="0" indent="0" marL="0">
              <a:buNone/>
            </a:pPr>
            <a:r>
              <a:rPr b="1"/>
              <a:t>A second source is what turns a hunch into evidence.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— Timeline, then conclusion 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Build the </a:t>
            </a:r>
            <a:r>
              <a:rPr b="1"/>
              <a:t>timeline</a:t>
            </a:r>
            <a:r>
              <a:rPr/>
              <a:t> — what happened, and when?</a:t>
            </a:r>
          </a:p>
          <a:p>
            <a:pPr lvl="0" indent="-342900" marL="342900">
              <a:buAutoNum type="arabicPeriod"/>
            </a:pPr>
            <a:r>
              <a:rPr/>
              <a:t>Reach a </a:t>
            </a:r>
            <a:r>
              <a:rPr b="1"/>
              <a:t>conclusion</a:t>
            </a:r>
          </a:p>
          <a:p>
            <a:pPr lvl="0" indent="-342900" marL="342900">
              <a:buAutoNum type="arabicPeriod"/>
            </a:pPr>
            <a:r>
              <a:rPr/>
              <a:t>List the </a:t>
            </a:r>
            <a:r>
              <a:rPr b="1"/>
              <a:t>evidence that supports it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the Case ⚖️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real investigators: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evidence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verification steps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conclusion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recommendation</a:t>
            </a:r>
            <a:r>
              <a:rPr/>
              <a:t> — “don’t click; report it; here’s why”</a:t>
            </a:r>
          </a:p>
          <a:p>
            <a:pPr lvl="0" indent="0" marL="0">
              <a:buNone/>
            </a:pPr>
            <a:r>
              <a:rPr/>
              <a:t>Other teams get </a:t>
            </a:r>
            <a:r>
              <a:rPr b="1"/>
              <a:t>one cross-examination question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bar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Could you defend your conclusion with evidence alone?</a:t>
            </a:r>
          </a:p>
          <a:p>
            <a:pPr lvl="0" indent="0" marL="0">
              <a:buNone/>
            </a:pPr>
            <a:r>
              <a:rPr/>
              <a:t>Not “it felt fishy.” </a:t>
            </a:r>
            <a:r>
              <a:rPr b="1"/>
              <a:t>Evidence.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investigate a robot failure exactly this way:</a:t>
            </a:r>
          </a:p>
          <a:p>
            <a:pPr lvl="0"/>
            <a:r>
              <a:rPr/>
              <a:t>Log the symptoms</a:t>
            </a:r>
          </a:p>
          <a:p>
            <a:pPr lvl="0"/>
            <a:r>
              <a:rPr/>
              <a:t>Check </a:t>
            </a:r>
            <a:r>
              <a:rPr b="1"/>
              <a:t>one suspect at a time</a:t>
            </a:r>
          </a:p>
          <a:p>
            <a:pPr lvl="0"/>
            <a:r>
              <a:rPr/>
              <a:t>Only “fix” what the evidence points 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Investigator’s three habits 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Look before trusting</a:t>
            </a:r>
          </a:p>
          <a:p>
            <a:pPr lvl="0" indent="-342900" marL="342900">
              <a:buAutoNum type="arabicPeriod"/>
            </a:pPr>
            <a:r>
              <a:rPr b="1"/>
              <a:t>Verify with a second source</a:t>
            </a:r>
          </a:p>
          <a:p>
            <a:pPr lvl="0" indent="-342900" marL="342900">
              <a:buAutoNum type="arabicPeriod"/>
            </a:pPr>
            <a:r>
              <a:rPr b="1"/>
              <a:t>Conclusions need evidence</a:t>
            </a:r>
          </a:p>
          <a:p>
            <a:pPr lvl="0" indent="0" marL="0">
              <a:buNone/>
            </a:pPr>
            <a:r>
              <a:rPr b="1"/>
              <a:t>Closing:</a:t>
            </a:r>
            <a:r>
              <a:rPr/>
              <a:t> which clue from today will you spot fastest next time?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how investigators use evidence, sources, and timelines</a:t>
            </a:r>
          </a:p>
          <a:p>
            <a:pPr lvl="0"/>
            <a:r>
              <a:rPr/>
              <a:t>Logged clues and rated how trustworthy each one was</a:t>
            </a:r>
          </a:p>
          <a:p>
            <a:pPr lvl="0"/>
            <a:r>
              <a:rPr/>
              <a:t>Verified a claim with a second source</a:t>
            </a:r>
          </a:p>
          <a:p>
            <a:pPr lvl="0"/>
            <a:r>
              <a:rPr/>
              <a:t>Presented a conclusion supported by evidence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Next suspicious message you see: log the clues before you judge</a:t>
            </a:r>
          </a:p>
          <a:p>
            <a:pPr lvl="0"/>
            <a:r>
              <a:rPr/>
              <a:t>Practice “verify with a second source” on something you read online</a:t>
            </a:r>
          </a:p>
          <a:p>
            <a:pPr lvl="0"/>
            <a:r>
              <a:rPr/>
              <a:t>Ask your troop leader about your next STEM badge!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2026-08-11T04:44:01Z</dcterms:created>
  <dcterms:modified xsi:type="dcterms:W3CDTF">2026-08-11T04:44:01Z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