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Programming Robots ⚙️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Cadette Robotics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Control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robot on Earth runs the same fundamental cycle: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┌──────────────────────────┐
        ▼                          │
     SENSE  →  THINK  →  ACT  ─────┘
                 (repeat forever, many times per second)</a:t>
            </a:r>
          </a:p>
          <a:p>
            <a:pPr lvl="0" indent="0" marL="0">
              <a:buNone/>
            </a:pPr>
            <a:r>
              <a:rPr/>
              <a:t>A robot is </a:t>
            </a:r>
            <a:r>
              <a:rPr b="1"/>
              <a:t>a program running in a loop, connected to the physical world.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Trace it on a real robot 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vacuum: - </a:t>
            </a:r>
            <a:r>
              <a:rPr b="1"/>
              <a:t>SENSE:</a:t>
            </a:r>
            <a:r>
              <a:rPr/>
              <a:t> bump sensor pressed, cliff sensor sees stairs - </a:t>
            </a:r>
            <a:r>
              <a:rPr b="1"/>
              <a:t>THINK:</a:t>
            </a:r>
            <a:r>
              <a:rPr/>
              <a:t> “obstacle ahead → pick a new direction” - </a:t>
            </a:r>
            <a:r>
              <a:rPr b="1"/>
              <a:t>ACT:</a:t>
            </a:r>
            <a:r>
              <a:rPr/>
              <a:t> motors reverse and turn - </a:t>
            </a:r>
            <a:r>
              <a:rPr b="1"/>
              <a:t>…and repeat, ~50 times per second</a:t>
            </a:r>
          </a:p>
          <a:p>
            <a:pPr lvl="0" indent="0" marL="0">
              <a:buNone/>
            </a:pPr>
            <a:r>
              <a:rPr b="1"/>
              <a:t>Your turn:</a:t>
            </a:r>
            <a:r>
              <a:rPr/>
              <a:t> trace the loop for a self-driving car. What could go wrong if the loop runs too slowly?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programming toolkit 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29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Event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reacts to a trigger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 sprite overlap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Loop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repeats behavior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forever: move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Conditional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makes decisions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 wall hit → turn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Variable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remembers a 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packages = 3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19500"/>
            <a:ext cx="8229600" cy="838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These four ideas power everything from games to Mars rovers.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Build: Autonomous Warehouse Robot 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MakeCode Arcade:</a:t>
            </a:r>
          </a:p>
          <a:p>
            <a:pPr lvl="0" indent="-342900" marL="342900">
              <a:buAutoNum type="arabicPeriod"/>
            </a:pPr>
            <a:r>
              <a:rPr/>
              <a:t>Robot sprite in a warehouse map with walls</a:t>
            </a:r>
          </a:p>
          <a:p>
            <a:pPr lvl="0" indent="-342900" marL="342900">
              <a:buAutoNum type="arabicPeriod"/>
            </a:pPr>
            <a:r>
              <a:rPr b="1"/>
              <a:t>Sense:</a:t>
            </a:r>
            <a:r>
              <a:rPr/>
              <a:t> detect wall collisions</a:t>
            </a:r>
          </a:p>
          <a:p>
            <a:pPr lvl="0" indent="-342900" marL="342900">
              <a:buAutoNum type="arabicPeriod"/>
            </a:pPr>
            <a:r>
              <a:rPr b="1"/>
              <a:t>Think:</a:t>
            </a:r>
            <a:r>
              <a:rPr/>
              <a:t> if wall hit → change direction; track packages in a </a:t>
            </a:r>
            <a:r>
              <a:rPr b="1"/>
              <a:t>variable</a:t>
            </a:r>
          </a:p>
          <a:p>
            <a:pPr lvl="0" indent="-342900" marL="342900">
              <a:buAutoNum type="arabicPeriod"/>
            </a:pPr>
            <a:r>
              <a:rPr b="1"/>
              <a:t>Act:</a:t>
            </a:r>
            <a:r>
              <a:rPr/>
              <a:t> move continuously in a </a:t>
            </a:r>
            <a:r>
              <a:rPr i="1"/>
              <a:t>forever</a:t>
            </a:r>
            <a:r>
              <a:rPr/>
              <a:t> loop</a:t>
            </a:r>
          </a:p>
          <a:p>
            <a:pPr lvl="0" indent="-342900" marL="342900">
              <a:buAutoNum type="arabicPeriod"/>
            </a:pPr>
            <a:r>
              <a:rPr/>
              <a:t>Collect package sprites on overlap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Autonomy Challenge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Make your robot collect ALL packages with ZERO keyboard input.</a:t>
            </a:r>
          </a:p>
          <a:p>
            <a:pPr lvl="0" indent="0" marL="0">
              <a:buNone/>
            </a:pPr>
            <a:r>
              <a:rPr/>
              <a:t>Pure programmed behavior. No driving.</a:t>
            </a:r>
          </a:p>
          <a:p>
            <a:pPr lvl="0" indent="0" marL="0">
              <a:buNone/>
            </a:pPr>
            <a:r>
              <a:rPr/>
              <a:t>This is the difference between </a:t>
            </a:r>
            <a:r>
              <a:rPr i="1"/>
              <a:t>operating</a:t>
            </a:r>
            <a:r>
              <a:rPr/>
              <a:t> a machine and </a:t>
            </a:r>
            <a:r>
              <a:rPr i="1"/>
              <a:t>engineering</a:t>
            </a:r>
            <a:r>
              <a:rPr/>
              <a:t> one.</a:t>
            </a:r>
          </a:p>
          <a:p>
            <a:pPr lvl="0" indent="0" marL="0">
              <a:buNone/>
            </a:pPr>
            <a:r>
              <a:rPr b="1"/>
              <a:t>Stretch goals:</a:t>
            </a:r>
            <a:r>
              <a:rPr/>
              <a:t> - 🔋 Battery variable that drains + charging station - 🤖🤖 Second robot — avoid collisions!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Review: How real teams work 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Swap laptops with a partner. On your review sheet:</a:t>
            </a:r>
          </a:p>
          <a:p>
            <a:pPr lvl="0" indent="-342900" marL="342900">
              <a:buAutoNum type="arabicPeriod"/>
            </a:pPr>
            <a:r>
              <a:rPr/>
              <a:t>What does this program do?</a:t>
            </a:r>
          </a:p>
          <a:p>
            <a:pPr lvl="0" indent="-342900" marL="342900">
              <a:buAutoNum type="arabicPeriod"/>
            </a:pPr>
            <a:r>
              <a:rPr/>
              <a:t>Point to a </a:t>
            </a:r>
            <a:r>
              <a:rPr b="1"/>
              <a:t>conditional</a:t>
            </a:r>
            <a:r>
              <a:rPr/>
              <a:t>. Point to a </a:t>
            </a:r>
            <a:r>
              <a:rPr b="1"/>
              <a:t>variable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One thing you’d improve.</a:t>
            </a:r>
          </a:p>
          <a:p>
            <a:pPr lvl="0" indent="0" marL="0">
              <a:buNone/>
            </a:pPr>
            <a:r>
              <a:rPr/>
              <a:t>Then discuss — and improve your own code with their feedback.</a:t>
            </a:r>
          </a:p>
          <a:p>
            <a:pPr lvl="0" indent="0" marL="0">
              <a:buNone/>
            </a:pPr>
            <a:r>
              <a:rPr i="1"/>
              <a:t>Every professional software team on Earth does exactly this.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Explained the sense→think→act control loop</a:t>
            </a:r>
          </a:p>
          <a:p>
            <a:pPr lvl="0"/>
            <a:r>
              <a:rPr/>
              <a:t>Programmed autonomous behavior — no human input</a:t>
            </a:r>
          </a:p>
          <a:p>
            <a:pPr lvl="0"/>
            <a:r>
              <a:rPr/>
              <a:t>Used events, loops, conditionals, and variables</a:t>
            </a:r>
          </a:p>
          <a:p>
            <a:pPr lvl="0"/>
            <a:r>
              <a:rPr/>
              <a:t>Ran a real code review</a:t>
            </a:r>
          </a:p>
          <a:p>
            <a:pPr lvl="0" indent="0" marL="0">
              <a:buNone/>
            </a:pPr>
            <a:r>
              <a:rPr b="1"/>
              <a:t>This is genuinely how robots are programmed.</a:t>
            </a:r>
            <a:r>
              <a:rPr/>
              <a:t> FRC robots run the same logic — just in a bigger language.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up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arcade.makecode.com</a:t>
            </a:r>
            <a:r>
              <a:rPr/>
              <a:t> — finish your stretch goals</a:t>
            </a:r>
          </a:p>
          <a:p>
            <a:pPr lvl="0"/>
            <a:r>
              <a:rPr b="1"/>
              <a:t>microbit.org</a:t>
            </a:r>
            <a:r>
              <a:rPr/>
              <a:t> — program real hardware (~$20)</a:t>
            </a:r>
          </a:p>
          <a:p>
            <a:pPr lvl="0"/>
            <a:r>
              <a:rPr b="1"/>
              <a:t>python.org / Codecademy</a:t>
            </a:r>
            <a:r>
              <a:rPr/>
              <a:t> — text-based coding is your next step</a:t>
            </a:r>
          </a:p>
          <a:p>
            <a:pPr lvl="0"/>
            <a:r>
              <a:rPr b="1"/>
              <a:t>FIRST Tech Challenge</a:t>
            </a:r>
            <a:r>
              <a:rPr/>
              <a:t> (firstinspires.org) — program real competition robots in Java</a:t>
            </a:r>
          </a:p>
          <a:p>
            <a:pPr lvl="0"/>
            <a:r>
              <a:rPr/>
              <a:t>Ask us what programming an FRC robot is like!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2026-08-11T04:44:04Z</dcterms:created>
  <dcterms:modified xsi:type="dcterms:W3CDTF">2026-08-11T04:44:04Z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