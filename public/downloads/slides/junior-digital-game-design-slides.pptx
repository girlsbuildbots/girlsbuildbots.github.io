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Digital Game Design 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Coding for Good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Games are built </a:t>
            </a:r>
            <a:r>
              <a:rPr i="1"/>
              <a:t>for players</a:t>
            </a:r>
            <a:r>
              <a:rPr/>
              <a:t> 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designer asks: - </a:t>
            </a:r>
            <a:r>
              <a:rPr b="1"/>
              <a:t>Who</a:t>
            </a:r>
            <a:r>
              <a:rPr/>
              <a:t> plays this? - Is it </a:t>
            </a:r>
            <a:r>
              <a:rPr b="1"/>
              <a:t>fair</a:t>
            </a:r>
            <a:r>
              <a:rPr/>
              <a:t>? - Is it </a:t>
            </a:r>
            <a:r>
              <a:rPr b="1"/>
              <a:t>fun for everyone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That’s </a:t>
            </a:r>
            <a:r>
              <a:rPr b="1"/>
              <a:t>positive gaming</a:t>
            </a:r>
            <a:r>
              <a:rPr/>
              <a:t> — the “for good” of this badge.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Dissect a game like a designer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838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Pick a game everyone knows. Break it into its designer parts: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159000"/>
          <a:ext cx="8229600" cy="229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Goal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are you trying to do?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Rules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are you allowed to do?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Win condition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does it end?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Difficulty curve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it get harder as you go?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the design doc 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Every real studio starts here.</a:t>
            </a:r>
            <a:r>
              <a:rPr/>
              <a:t> One page:</a:t>
            </a:r>
          </a:p>
          <a:p>
            <a:pPr lvl="0" indent="-342900" marL="342900">
              <a:buAutoNum type="arabicPeriod"/>
            </a:pPr>
            <a:r>
              <a:rPr b="1"/>
              <a:t>Goal</a:t>
            </a:r>
          </a:p>
          <a:p>
            <a:pPr lvl="0" indent="-342900" marL="342900">
              <a:buAutoNum type="arabicPeriod"/>
            </a:pPr>
            <a:r>
              <a:rPr b="1"/>
              <a:t>Rules</a:t>
            </a:r>
          </a:p>
          <a:p>
            <a:pPr lvl="0" indent="-342900" marL="342900">
              <a:buAutoNum type="arabicPeriod"/>
            </a:pPr>
            <a:r>
              <a:rPr b="1"/>
              <a:t>Win condition</a:t>
            </a:r>
          </a:p>
          <a:p>
            <a:pPr lvl="0" indent="-342900" marL="342900">
              <a:buAutoNum type="arabicPeriod"/>
            </a:pPr>
            <a:r>
              <a:rPr/>
              <a:t>What makes it </a:t>
            </a:r>
            <a:r>
              <a:rPr b="1"/>
              <a:t>fun</a:t>
            </a:r>
          </a:p>
          <a:p>
            <a:pPr lvl="0" indent="-342900" marL="342900">
              <a:buAutoNum type="arabicPeriod"/>
            </a:pPr>
            <a:r>
              <a:rPr b="1"/>
              <a:t>Who it’s for</a:t>
            </a:r>
          </a:p>
          <a:p>
            <a:pPr lvl="0" indent="0" marL="0">
              <a:buNone/>
            </a:pPr>
            <a:r>
              <a:rPr/>
              <a:t>Scope rule: one goal, one obstacle, one way to win.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screens until the doc is done 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It’s the difference between </a:t>
            </a:r>
            <a:r>
              <a:rPr b="1"/>
              <a:t>designing</a:t>
            </a:r>
            <a:r>
              <a:rPr/>
              <a:t> and </a:t>
            </a:r>
            <a:r>
              <a:rPr b="1"/>
              <a:t>doodling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YOUR game 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MakeCode Arcade — building </a:t>
            </a:r>
            <a:r>
              <a:rPr i="1"/>
              <a:t>your</a:t>
            </a:r>
            <a:r>
              <a:rPr/>
              <a:t> design doc, not a clone:</a:t>
            </a:r>
          </a:p>
          <a:p>
            <a:pPr lvl="0" indent="-342900" marL="342900">
              <a:buAutoNum type="arabicPeriod"/>
            </a:pPr>
            <a:r>
              <a:rPr/>
              <a:t>Player sprite with arrow-key movement</a:t>
            </a:r>
          </a:p>
          <a:p>
            <a:pPr lvl="0" indent="-342900" marL="342900">
              <a:buAutoNum type="arabicPeriod"/>
            </a:pPr>
            <a:r>
              <a:rPr/>
              <a:t>Collectible + a </a:t>
            </a:r>
            <a:r>
              <a:rPr b="1"/>
              <a:t>score counter</a:t>
            </a:r>
          </a:p>
          <a:p>
            <a:pPr lvl="0" indent="-342900" marL="342900">
              <a:buAutoNum type="arabicPeriod"/>
            </a:pPr>
            <a:r>
              <a:rPr b="1"/>
              <a:t>Win condition</a:t>
            </a:r>
            <a:r>
              <a:rPr/>
              <a:t> — hit the target score → “YOU WIN”</a:t>
            </a:r>
          </a:p>
          <a:p>
            <a:pPr lvl="0" indent="-342900" marL="342900">
              <a:buAutoNum type="arabicPeriod"/>
            </a:pPr>
            <a:r>
              <a:rPr b="1"/>
              <a:t>Challenge element</a:t>
            </a:r>
            <a:r>
              <a:rPr/>
              <a:t> — an enemy that chases, or a countdown timer</a:t>
            </a:r>
          </a:p>
          <a:p>
            <a:pPr lvl="0" indent="-342900" marL="342900">
              <a:buAutoNum type="arabicPeriod"/>
            </a:pPr>
            <a:r>
              <a:rPr/>
              <a:t>Stretch: a second level, or increasing speed — that’s your </a:t>
            </a:r>
            <a:r>
              <a:rPr b="1"/>
              <a:t>difficulty curve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Structured Playtest 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Swap seats. Play for </a:t>
            </a:r>
            <a:r>
              <a:rPr b="1"/>
              <a:t>two minutes</a:t>
            </a:r>
            <a:r>
              <a:rPr/>
              <a:t>. Leave two sticky notes:</a:t>
            </a:r>
          </a:p>
          <a:p>
            <a:pPr lvl="0"/>
            <a:r>
              <a:rPr/>
              <a:t>⭐ </a:t>
            </a:r>
            <a:r>
              <a:rPr b="1"/>
              <a:t>One star</a:t>
            </a:r>
            <a:r>
              <a:rPr/>
              <a:t> — what’s fun</a:t>
            </a:r>
          </a:p>
          <a:p>
            <a:pPr lvl="0"/>
            <a:r>
              <a:rPr/>
              <a:t>💡 </a:t>
            </a:r>
            <a:r>
              <a:rPr b="1"/>
              <a:t>One wish</a:t>
            </a:r>
            <a:r>
              <a:rPr/>
              <a:t> — one change that would make it better</a:t>
            </a:r>
          </a:p>
          <a:p>
            <a:pPr lvl="0" indent="0" marL="0">
              <a:buNone/>
            </a:pPr>
            <a:r>
              <a:rPr/>
              <a:t>Always both. Feedback is a gift.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iterate 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</a:t>
            </a:r>
            <a:r>
              <a:rPr b="1"/>
              <a:t>ONE improvement</a:t>
            </a:r>
            <a:r>
              <a:rPr/>
              <a:t> based on your feedback.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Iteration is the most important habit in game design.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brand-new competition game drops </a:t>
            </a:r>
            <a:r>
              <a:rPr b="1"/>
              <a:t>every season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Our team’s very first job is exactly this analysis: goals, rules, win conditions, strategy.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question 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Who changed their game after feedback?</a:t>
            </a:r>
          </a:p>
          <a:p>
            <a:pPr lvl="0" indent="0" marL="0">
              <a:buNone/>
            </a:pPr>
            <a:r>
              <a:rPr i="1"/>
              <a:t>(Everyone should.)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Broke a game into goal, rules, win condition, difficulty</a:t>
            </a:r>
          </a:p>
          <a:p>
            <a:pPr lvl="0"/>
            <a:r>
              <a:rPr/>
              <a:t>Wrote a one-page design doc before building</a:t>
            </a:r>
          </a:p>
          <a:p>
            <a:pPr lvl="0"/>
            <a:r>
              <a:rPr/>
              <a:t>Built a playable game with a win condition and a challenge</a:t>
            </a:r>
          </a:p>
          <a:p>
            <a:pPr lvl="0"/>
            <a:r>
              <a:rPr/>
              <a:t>Ran a playtest and improved your game from real feedback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arcade.makecode.com</a:t>
            </a:r>
            <a:r>
              <a:rPr/>
              <a:t> — finish your stretch goals (free)</a:t>
            </a:r>
          </a:p>
          <a:p>
            <a:pPr lvl="0"/>
            <a:r>
              <a:rPr/>
              <a:t>Write a design doc for your dream game</a:t>
            </a:r>
          </a:p>
          <a:p>
            <a:pPr lvl="0"/>
            <a:r>
              <a:rPr/>
              <a:t>Ask your troop leader about the next Coding for Good badge!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2026-08-11T04:44:02Z</dcterms:created>
  <dcterms:modified xsi:type="dcterms:W3CDTF">2026-08-11T04:44:02Z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