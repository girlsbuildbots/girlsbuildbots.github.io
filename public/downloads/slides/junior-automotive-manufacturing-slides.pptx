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Automotive Manufacturing 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Junior Automotive Engineering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scale problem 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great prototype isn’t a car company.</a:t>
            </a:r>
          </a:p>
          <a:p>
            <a:pPr lvl="0" indent="0" marL="0">
              <a:buNone/>
            </a:pPr>
            <a:r>
              <a:rPr/>
              <a:t>Factories make </a:t>
            </a:r>
            <a:r>
              <a:rPr b="1"/>
              <a:t>thousands</a:t>
            </a:r>
            <a:r>
              <a:rPr/>
              <a:t> — identical, and safe.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How?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Assembly Line 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worker </a:t>
            </a:r>
            <a:r>
              <a:rPr b="1"/>
              <a:t>masters one step</a:t>
            </a:r>
            <a:r>
              <a:rPr/>
              <a:t> as the product flows past.</a:t>
            </a:r>
          </a:p>
          <a:p>
            <a:pPr lvl="0" indent="0" marL="0">
              <a:buNone/>
            </a:pPr>
            <a:r>
              <a:rPr/>
              <a:t>Today the troop becomes a factory — and we’ll </a:t>
            </a:r>
            <a:r>
              <a:rPr b="1"/>
              <a:t>measure it</a:t>
            </a:r>
            <a:r>
              <a:rPr/>
              <a:t> like one.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 1: Craft Production 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one complete car </a:t>
            </a:r>
            <a:r>
              <a:rPr b="1"/>
              <a:t>alone</a:t>
            </a:r>
            <a:r>
              <a:rPr/>
              <a:t>. Every step. </a:t>
            </a:r>
            <a:r>
              <a:rPr b="1"/>
              <a:t>8 minutes.</a:t>
            </a:r>
          </a:p>
          <a:p>
            <a:pPr lvl="0" indent="0" marL="0">
              <a:buNone/>
            </a:pPr>
            <a:r>
              <a:rPr/>
              <a:t>Then we tally: - How many finished? - Line them up — how </a:t>
            </a:r>
            <a:r>
              <a:rPr b="1"/>
              <a:t>identical</a:t>
            </a:r>
            <a:r>
              <a:rPr/>
              <a:t> are they?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honest results 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Slow. And every car is a little different.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That’s craft production.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 2: The Assembly Line 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Scout (or pair) per step, plus a </a:t>
            </a:r>
            <a:r>
              <a:rPr b="1"/>
              <a:t>Quality Control inspector</a:t>
            </a:r>
            <a:r>
              <a:rPr/>
              <a:t> with the spec card.</a:t>
            </a:r>
          </a:p>
          <a:p>
            <a:pPr lvl="0" indent="0" marL="0">
              <a:buNone/>
            </a:pPr>
            <a:r>
              <a:rPr b="1"/>
              <a:t>10 minutes. Go!</a:t>
            </a:r>
          </a:p>
          <a:p>
            <a:pPr lvl="0" indent="0" marL="0">
              <a:buNone/>
            </a:pPr>
            <a:r>
              <a:rPr/>
              <a:t>QC rejects anything missing a part — it goes back to the station that missed it.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Defects are information 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Not shame.</a:t>
            </a:r>
          </a:p>
          <a:p>
            <a:pPr lvl="0" indent="0" marL="0">
              <a:buNone/>
            </a:pPr>
            <a:r>
              <a:rPr/>
              <a:t>QC rejects </a:t>
            </a:r>
            <a:r>
              <a:rPr b="1"/>
              <a:t>kindly and specifically</a:t>
            </a:r>
            <a:r>
              <a:rPr/>
              <a:t>: &gt; “Missing left headlight.”</a:t>
            </a:r>
          </a:p>
          <a:p>
            <a:pPr lvl="0" indent="0" marL="0">
              <a:buNone/>
            </a:pPr>
            <a:r>
              <a:rPr/>
              <a:t>Never “you did it wrong.”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Would you ride in a car nobody inspected?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the board 📊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3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Passed QC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Defects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Solo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41600"/>
            <a:ext cx="8229600" cy="18161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More cars. More consistent. </a:t>
            </a:r>
            <a:r>
              <a:rPr b="1"/>
              <a:t>And one station drowning in a pile.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That’s a bottleneck. 🍾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Kaizen Round: improve the line 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 factories </a:t>
            </a:r>
            <a:r>
              <a:rPr b="1"/>
              <a:t>never run the same line twice</a:t>
            </a:r>
            <a:r>
              <a:rPr/>
              <a:t>. That’s </a:t>
            </a:r>
            <a:r>
              <a:rPr b="1"/>
              <a:t>continuous improvement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Team huddle: - Where was the </a:t>
            </a:r>
            <a:r>
              <a:rPr b="1"/>
              <a:t>bottleneck</a:t>
            </a:r>
            <a:r>
              <a:rPr/>
              <a:t>? - What fixes it? Move a person? Split a step? Pre-stage supplies?</a:t>
            </a:r>
          </a:p>
          <a:p>
            <a:pPr lvl="0" indent="0" marL="0">
              <a:buNone/>
            </a:pPr>
            <a:r>
              <a:rPr b="1"/>
              <a:t>Apply your best ideas. Run 10 more minutes.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Compare all three rounds 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Solo → Line → Improved Line</a:t>
            </a:r>
          </a:p>
          <a:p>
            <a:pPr lvl="0" indent="0" marL="0">
              <a:buNone/>
            </a:pPr>
            <a:r>
              <a:rPr/>
              <a:t>The improvement round almost always wins big.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And YOU engineered that gain.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 moment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season runs like this: - </a:t>
            </a:r>
            <a:r>
              <a:rPr b="1"/>
              <a:t>Parallel stations</a:t>
            </a:r>
            <a:r>
              <a:rPr/>
              <a:t> — wiring, programming, machining - </a:t>
            </a:r>
            <a:r>
              <a:rPr b="1"/>
              <a:t>Inspections</a:t>
            </a:r>
            <a:r>
              <a:rPr/>
              <a:t> before competition - Constant </a:t>
            </a:r>
            <a:r>
              <a:rPr b="1"/>
              <a:t>process improvements</a:t>
            </a:r>
            <a:r>
              <a:rPr/>
              <a:t> between events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Debrief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Why was the line faster?</a:t>
            </a:r>
          </a:p>
          <a:p>
            <a:pPr lvl="0" indent="-342900" marL="342900">
              <a:buAutoNum type="arabicPeriod"/>
            </a:pPr>
            <a:r>
              <a:rPr/>
              <a:t>Why did QC matter?</a:t>
            </a:r>
          </a:p>
          <a:p>
            <a:pPr lvl="0" indent="-342900" marL="342900">
              <a:buAutoNum type="arabicPeriod"/>
            </a:pPr>
            <a:r>
              <a:rPr/>
              <a:t>What did </a:t>
            </a:r>
            <a:r>
              <a:rPr b="1"/>
              <a:t>your</a:t>
            </a:r>
            <a:r>
              <a:rPr/>
              <a:t> improvement change?</a:t>
            </a:r>
          </a:p>
          <a:p>
            <a:pPr lvl="0" indent="0" marL="0">
              <a:buNone/>
            </a:pPr>
            <a:r>
              <a:rPr b="1"/>
              <a:t>Count the total fleet — manufacturing is a team sport.</a:t>
            </a:r>
            <a:r>
              <a:rPr/>
              <a:t> 🎉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accomplished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Explained why factories use assembly lines instead of solo builds</a:t>
            </a:r>
          </a:p>
          <a:p>
            <a:pPr lvl="0"/>
            <a:r>
              <a:rPr/>
              <a:t>Worked a station and saw how quality control catches defects</a:t>
            </a:r>
          </a:p>
          <a:p>
            <a:pPr lvl="0"/>
            <a:r>
              <a:rPr/>
              <a:t>Identified a bottleneck from real production data</a:t>
            </a:r>
          </a:p>
          <a:p>
            <a:pPr lvl="0"/>
            <a:r>
              <a:rPr/>
              <a:t>Proposed an improvement, tested it, and compared the rounds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going at home! 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Run a line at home — cards, sandwiches, anything — and time it</a:t>
            </a:r>
          </a:p>
          <a:p>
            <a:pPr lvl="0"/>
            <a:r>
              <a:rPr/>
              <a:t>Find the bottleneck in a routine you do every day</a:t>
            </a:r>
          </a:p>
          <a:p>
            <a:pPr lvl="0"/>
            <a:r>
              <a:rPr/>
              <a:t>Ask your troop leader about your next STEM badge!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📣 Share Your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Troop leaders &amp; robotics teams</a:t>
            </a:r>
            <a:r>
              <a:rPr/>
              <a:t> — if you used this curriculum, please:</a:t>
            </a:r>
          </a:p>
          <a:p>
            <a:pPr lvl="0" indent="-342900" marL="342900">
              <a:buAutoNum type="arabicPeriod"/>
            </a:pPr>
            <a:r>
              <a:rPr b="1"/>
              <a:t>Credit us</a:t>
            </a:r>
            <a:r>
              <a:rPr/>
              <a:t> — the curriculum comes from </a:t>
            </a:r>
            <a:r>
              <a:rPr b="1"/>
              <a:t>Girls Build Bots</a:t>
            </a:r>
          </a:p>
          <a:p>
            <a:pPr lvl="0" indent="-342900" marL="342900">
              <a:buAutoNum type="arabicPeriod"/>
            </a:pPr>
            <a:r>
              <a:rPr b="1"/>
              <a:t>Tag us</a:t>
            </a:r>
            <a:r>
              <a:rPr/>
              <a:t> — </a:t>
            </a:r>
            <a:r>
              <a:rPr b="1"/>
              <a:t>@girlsbuildbots</a:t>
            </a:r>
            <a:r>
              <a:rPr/>
              <a:t> on Instagram</a:t>
            </a:r>
          </a:p>
          <a:p>
            <a:pPr lvl="0" indent="-342900" marL="342900">
              <a:buAutoNum type="arabicPeriod"/>
            </a:pPr>
            <a:r>
              <a:rPr b="1"/>
              <a:t>Report your results</a:t>
            </a:r>
            <a:r>
              <a:rPr/>
              <a:t> — email </a:t>
            </a:r>
            <a:r>
              <a:rPr b="1"/>
              <a:t>girlsbuildbots@gmail.com</a:t>
            </a:r>
            <a:r>
              <a:rPr/>
              <a:t> with how many girls took part, how many badges were earned, and how it went</a:t>
            </a:r>
          </a:p>
          <a:p>
            <a:pPr lvl="0" indent="0" marL="0">
              <a:buNone/>
            </a:pPr>
            <a:r>
              <a:rPr/>
              <a:t>This is how the program grows — and how the next troop and team get better materials.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2026-08-11T04:43:59Z</dcterms:created>
  <dcterms:modified xsi:type="dcterms:W3CDTF">2026-08-11T04:43:59Z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