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Automotive Engineering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Automotive Engineering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 test and measure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it → </a:t>
            </a:r>
            <a:r>
              <a:rPr b="1"/>
              <a:t>engineer it to perform</a:t>
            </a:r>
            <a:r>
              <a:rPr/>
              <a:t> → manufacture it.</a:t>
            </a:r>
          </a:p>
          <a:p>
            <a:pPr lvl="0" indent="0" marL="0">
              <a:buNone/>
            </a:pPr>
            <a:r>
              <a:rPr/>
              <a:t>This is the </a:t>
            </a:r>
            <a:r>
              <a:rPr b="1"/>
              <a:t>test-and-measure</a:t>
            </a:r>
            <a:r>
              <a:rPr/>
              <a:t> badge: real trials, real data, and a passenger to protect.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Propulsion: the balloon engine 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Blow up a balloon. Let it go.</a:t>
            </a:r>
          </a:p>
          <a:p>
            <a:pPr lvl="0" indent="0" marL="0">
              <a:buNone/>
            </a:pPr>
            <a:r>
              <a:rPr b="1"/>
              <a:t>Why does it fly?</a:t>
            </a:r>
          </a:p>
          <a:p>
            <a:pPr lvl="0"/>
            <a:r>
              <a:rPr/>
              <a:t>Air pushes out </a:t>
            </a:r>
            <a:r>
              <a:rPr b="1"/>
              <a:t>backward</a:t>
            </a:r>
          </a:p>
          <a:p>
            <a:pPr lvl="0"/>
            <a:r>
              <a:rPr/>
              <a:t>The balloon goes </a:t>
            </a:r>
            <a:r>
              <a:rPr b="1"/>
              <a:t>forward</a:t>
            </a:r>
          </a:p>
          <a:p>
            <a:pPr lvl="0"/>
            <a:r>
              <a:rPr/>
              <a:t>That’s </a:t>
            </a:r>
            <a:r>
              <a:rPr b="1"/>
              <a:t>thrust</a:t>
            </a:r>
            <a:r>
              <a:rPr/>
              <a:t> — action and reaction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engine is a balloon 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engineering isn’t the balloon.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It’s making that thrust move a car straight and far.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balloon car 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team builds: - A </a:t>
            </a:r>
            <a:r>
              <a:rPr b="1"/>
              <a:t>chassis</a:t>
            </a:r>
            <a:r>
              <a:rPr/>
              <a:t> - </a:t>
            </a:r>
            <a:r>
              <a:rPr b="1"/>
              <a:t>Free-spinning</a:t>
            </a:r>
            <a:r>
              <a:rPr/>
              <a:t> axles - </a:t>
            </a:r>
            <a:r>
              <a:rPr b="1"/>
              <a:t>Wheels</a:t>
            </a:r>
            <a:r>
              <a:rPr/>
              <a:t> - A balloon with a </a:t>
            </a:r>
            <a:r>
              <a:rPr b="1"/>
              <a:t>straw nozzle</a:t>
            </a:r>
            <a:r>
              <a:rPr/>
              <a:t> taped on</a:t>
            </a:r>
          </a:p>
          <a:p>
            <a:pPr lvl="0" indent="0" marL="0">
              <a:buNone/>
            </a:pPr>
            <a:r>
              <a:rPr b="1"/>
              <a:t>First milestone:</a:t>
            </a:r>
            <a:r>
              <a:rPr/>
              <a:t> it moves under its own power.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Classic failures (and they’re all fixable)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Wheels rubbing the chassis → </a:t>
            </a:r>
            <a:r>
              <a:rPr b="1"/>
              <a:t>friction</a:t>
            </a:r>
          </a:p>
          <a:p>
            <a:pPr lvl="0"/>
            <a:r>
              <a:rPr/>
              <a:t>Nozzle pinched → no thrust</a:t>
            </a:r>
          </a:p>
          <a:p>
            <a:pPr lvl="0"/>
            <a:r>
              <a:rPr/>
              <a:t>Car too heavy → goes nowhere</a:t>
            </a:r>
          </a:p>
          <a:p>
            <a:pPr lvl="0" indent="0" marL="0">
              <a:buNone/>
            </a:pPr>
            <a:r>
              <a:rPr b="1"/>
              <a:t>Ask yourself: where is it losing energy?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Trials — with DATA 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timed rounds. Every round: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</a:t>
            </a:r>
          </a:p>
          <a:p>
            <a:pPr lvl="0" indent="-342900" marL="342900">
              <a:buAutoNum type="arabicPeriod"/>
            </a:pPr>
            <a:r>
              <a:rPr b="1"/>
              <a:t>Measure</a:t>
            </a:r>
            <a:r>
              <a:rPr/>
              <a:t> the distance 📏</a:t>
            </a:r>
          </a:p>
          <a:p>
            <a:pPr lvl="0" indent="-342900" marL="342900">
              <a:buAutoNum type="arabicPeriod"/>
            </a:pPr>
            <a:r>
              <a:rPr b="1"/>
              <a:t>Record</a:t>
            </a:r>
            <a:r>
              <a:rPr/>
              <a:t> it on the data sheet</a:t>
            </a:r>
          </a:p>
          <a:p>
            <a:pPr lvl="0" indent="-342900" marL="342900">
              <a:buAutoNum type="arabicPeriod"/>
            </a:pPr>
            <a:r>
              <a:rPr/>
              <a:t>Change </a:t>
            </a:r>
            <a:r>
              <a:rPr b="1"/>
              <a:t>exactly one variable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the effect before re-running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Engineers don’t remember — they RECORD 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we 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1574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No trial counts unless it’s written down.</a:t>
            </a:r>
          </a:p>
          <a:p>
            <a:pPr lvl="0" indent="0" marL="0">
              <a:buNone/>
            </a:pPr>
            <a:r>
              <a:rPr/>
              <a:t>Change three things at once? Then which one worked? 🤷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Crash Safety Challenge 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 requirement:</a:t>
            </a:r>
            <a:r>
              <a:rPr/>
              <a:t> your car carries an egg passenger down the ramp into the wall…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…and the passenger must SURVIVE.</a:t>
            </a:r>
          </a:p>
          <a:p>
            <a:pPr lvl="0" indent="0" marL="0">
              <a:buNone/>
            </a:pPr>
            <a:r>
              <a:rPr/>
              <a:t>Engineer restraints and crumple zones. Then crash-test. Redesign once if your passenger gets hurt.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automotive safety 🛡️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vehicle can fail.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passenger can’t.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runs test matches and </a:t>
            </a:r>
            <a:r>
              <a:rPr b="1"/>
              <a:t>logs data</a:t>
            </a:r>
            <a:r>
              <a:rPr/>
              <a:t> on the robot, changing one thing between tests.</a:t>
            </a:r>
          </a:p>
          <a:p>
            <a:pPr lvl="0" indent="0" marL="0">
              <a:buNone/>
            </a:pPr>
            <a:r>
              <a:rPr/>
              <a:t>Same trials. Bigger machine.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Share: 1. </a:t>
            </a:r>
            <a:r>
              <a:rPr b="1"/>
              <a:t>One number</a:t>
            </a:r>
            <a:r>
              <a:rPr/>
              <a:t> from your data sheet 2. </a:t>
            </a:r>
            <a:r>
              <a:rPr b="1"/>
              <a:t>One thing</a:t>
            </a:r>
            <a:r>
              <a:rPr/>
              <a:t> that surprised you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how thrust propels a balloon car (action–reaction)</a:t>
            </a:r>
          </a:p>
          <a:p>
            <a:pPr lvl="0"/>
            <a:r>
              <a:rPr/>
              <a:t>Built a vehicle that moves under its own power</a:t>
            </a:r>
          </a:p>
          <a:p>
            <a:pPr lvl="0"/>
            <a:r>
              <a:rPr/>
              <a:t>Ran fair tests — one variable at a time — and recorded the data</a:t>
            </a:r>
          </a:p>
          <a:p>
            <a:pPr lvl="0"/>
            <a:r>
              <a:rPr/>
              <a:t>Engineered passenger protection and crash-tested 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Rebuild your car and beat your best recorded distance</a:t>
            </a:r>
          </a:p>
          <a:p>
            <a:pPr lvl="0"/>
            <a:r>
              <a:rPr/>
              <a:t>Run a fair test on anything: change ONE thing, measure, repeat</a:t>
            </a:r>
          </a:p>
          <a:p>
            <a:pPr lvl="0"/>
            <a:r>
              <a:rPr/>
              <a:t>Ask your troop leader about the next Automotive badge!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2026-08-11T04:43:59Z</dcterms:created>
  <dcterms:modified xsi:type="dcterms:W3CDTF">2026-08-11T04:43:59Z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