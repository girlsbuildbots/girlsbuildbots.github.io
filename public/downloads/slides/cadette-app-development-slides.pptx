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 Development 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Coding for Good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capstone “for good” badge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 design an app for </a:t>
            </a:r>
            <a:r>
              <a:rPr b="1"/>
              <a:t>social good</a:t>
            </a:r>
            <a:r>
              <a:rPr/>
              <a:t>:</a:t>
            </a:r>
          </a:p>
          <a:p>
            <a:pPr lvl="0"/>
            <a:r>
              <a:rPr/>
              <a:t>A real community problem</a:t>
            </a:r>
          </a:p>
          <a:p>
            <a:pPr lvl="0"/>
            <a:r>
              <a:rPr/>
              <a:t>A real user</a:t>
            </a:r>
          </a:p>
          <a:p>
            <a:pPr lvl="0"/>
            <a:r>
              <a:rPr/>
              <a:t>A defensible solution</a:t>
            </a:r>
          </a:p>
          <a:p>
            <a:pPr lvl="0" indent="0" marL="0">
              <a:buNone/>
            </a:pPr>
            <a:r>
              <a:rPr b="1"/>
              <a:t>The standard is professional:</a:t>
            </a:r>
            <a:r>
              <a:rPr/>
              <a:t> user research before design, design before code.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Apps for good, deconstructed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two real social-good apps — a food-rescue app, a crisis-help finder. For each:</a:t>
            </a:r>
          </a:p>
          <a:p>
            <a:pPr lvl="0"/>
            <a:r>
              <a:rPr/>
              <a:t>Who’s the </a:t>
            </a:r>
            <a:r>
              <a:rPr b="1"/>
              <a:t>user</a:t>
            </a:r>
            <a:r>
              <a:rPr/>
              <a:t>?</a:t>
            </a:r>
          </a:p>
          <a:p>
            <a:pPr lvl="0"/>
            <a:r>
              <a:rPr/>
              <a:t>What </a:t>
            </a:r>
            <a:r>
              <a:rPr b="1"/>
              <a:t>problem</a:t>
            </a:r>
            <a:r>
              <a:rPr/>
              <a:t>?</a:t>
            </a:r>
          </a:p>
          <a:p>
            <a:pPr lvl="0"/>
            <a:r>
              <a:rPr b="1"/>
              <a:t>What’s the smallest thing it does that helps?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the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Minimum Viable Product.</a:t>
            </a:r>
          </a:p>
          <a:p>
            <a:pPr lvl="0" indent="0" marL="0">
              <a:buNone/>
            </a:pPr>
            <a:r>
              <a:rPr/>
              <a:t>Real developers ship the </a:t>
            </a:r>
            <a:r>
              <a:rPr b="1"/>
              <a:t>minimum that solves the problem</a:t>
            </a:r>
            <a:r>
              <a:rPr/>
              <a:t>, then grow it.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Big hearts. Small first versions.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Research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team picks a community problem — a card, or better, a real one you know.</a:t>
            </a:r>
          </a:p>
          <a:p>
            <a:pPr lvl="0" indent="0" marL="0">
              <a:buNone/>
            </a:pPr>
            <a:r>
              <a:rPr/>
              <a:t>A mentor plays the user. Run a real interview:</a:t>
            </a:r>
          </a:p>
          <a:p>
            <a:pPr lvl="0"/>
            <a:r>
              <a:rPr/>
              <a:t>“Walk me through the problem.”</a:t>
            </a:r>
          </a:p>
          <a:p>
            <a:pPr lvl="0"/>
            <a:r>
              <a:rPr/>
              <a:t>“What have you tried?”</a:t>
            </a:r>
          </a:p>
          <a:p>
            <a:pPr lvl="0"/>
            <a:r>
              <a:rPr/>
              <a:t>“What would </a:t>
            </a:r>
            <a:r>
              <a:rPr i="1"/>
              <a:t>solved</a:t>
            </a:r>
            <a:r>
              <a:rPr/>
              <a:t> look like?”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Rule: no design talk until research is done 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Sketching during the interview means you’ve stopped listening.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deliverable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 i="1"/>
              <a:t>[User] needs a way to [goal] because [barrier].</a:t>
            </a:r>
          </a:p>
          <a:p>
            <a:pPr lvl="0" indent="0" marL="0">
              <a:buNone/>
            </a:pPr>
            <a:r>
              <a:rPr/>
              <a:t>Plus the </a:t>
            </a:r>
            <a:r>
              <a:rPr b="1"/>
              <a:t>top two must-haves</a:t>
            </a:r>
            <a:r>
              <a:rPr/>
              <a:t> — in the user’s own words.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flow first 🗺️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Sticky-note map the user’s path: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open app → do the core thing → confirmation</a:t>
            </a:r>
          </a:p>
          <a:p>
            <a:pPr lvl="0" indent="0" marL="0">
              <a:buNone/>
            </a:pPr>
            <a:r>
              <a:rPr b="1"/>
              <a:t>Three to five steps. No more.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Then wireframe 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One paper screen per sticky note</a:t>
            </a:r>
          </a:p>
          <a:p>
            <a:pPr lvl="0" indent="-342900" marL="342900">
              <a:buAutoNum type="arabicPeriod"/>
            </a:pPr>
            <a:r>
              <a:rPr b="1"/>
              <a:t>The core action gets the biggest button</a:t>
            </a:r>
          </a:p>
          <a:p>
            <a:pPr lvl="0" indent="-342900" marL="342900">
              <a:buAutoNum type="arabicPeriod"/>
            </a:pPr>
            <a:r>
              <a:rPr b="1"/>
              <a:t>Accessibility pass</a:t>
            </a:r>
            <a:r>
              <a:rPr/>
              <a:t> — big touch targets, readable text. Does it work for a user who is older, in a hurry, or new to phones?</a:t>
            </a:r>
          </a:p>
          <a:p>
            <a:pPr lvl="0" indent="-342900" marL="342900">
              <a:buAutoNum type="arabicPeriod"/>
            </a:pPr>
            <a:r>
              <a:rPr b="1"/>
              <a:t>Feature-cut round</a:t>
            </a:r>
            <a:r>
              <a:rPr/>
              <a:t> — anything not serving the problem statement goes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Accessibility is the “for good,” made concrete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 app that excludes users isn’t solving the community’s problem.</a:t>
            </a:r>
          </a:p>
          <a:p>
            <a:pPr lvl="0" indent="0" marL="0">
              <a:buNone/>
            </a:pPr>
            <a:r>
              <a:rPr b="1"/>
              <a:t>Cutting is designing.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Click Test 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mentor-user thinks aloud while tapping your paper prototype.</a:t>
            </a:r>
          </a:p>
          <a:p>
            <a:pPr lvl="0" indent="0" marL="0">
              <a:buNone/>
            </a:pPr>
            <a:r>
              <a:rPr b="1"/>
              <a:t>Your team stays silent.</a:t>
            </a:r>
            <a:r>
              <a:rPr/>
              <a:t> Swap screens. Take notes.</a:t>
            </a:r>
          </a:p>
          <a:p>
            <a:pPr lvl="0" indent="0" marL="0">
              <a:buNone/>
            </a:pPr>
            <a:r>
              <a:rPr/>
              <a:t>Then make </a:t>
            </a:r>
            <a:r>
              <a:rPr b="1"/>
              <a:t>one fix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Pitch — 90 seconds ⏱️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problem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user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MVP</a:t>
            </a:r>
          </a:p>
          <a:p>
            <a:pPr lvl="0" indent="-342900" marL="342900">
              <a:buAutoNum type="arabicPeriod"/>
            </a:pPr>
            <a:r>
              <a:rPr/>
              <a:t>What you’d </a:t>
            </a:r>
            <a:r>
              <a:rPr b="1"/>
              <a:t>build next</a:t>
            </a:r>
            <a:r>
              <a:rPr/>
              <a:t> with more time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Optional: make it real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</a:t>
            </a:r>
            <a:r>
              <a:rPr b="1"/>
              <a:t>MIT App Inventor</a:t>
            </a:r>
            <a:r>
              <a:rPr/>
              <a:t> (appinventor.mit.edu):</a:t>
            </a:r>
          </a:p>
          <a:p>
            <a:pPr lvl="0" indent="0" marL="0">
              <a:buNone/>
            </a:pPr>
            <a:r>
              <a:rPr/>
              <a:t>Build the welcome screen + core button as a </a:t>
            </a:r>
            <a:r>
              <a:rPr b="1"/>
              <a:t>running app</a:t>
            </a:r>
            <a:r>
              <a:rPr/>
              <a:t> on a phone or emulator.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One working screen beats five imagined ones.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scope our robot each season to an </a:t>
            </a:r>
            <a:r>
              <a:rPr b="1"/>
              <a:t>MVP</a:t>
            </a:r>
            <a:r>
              <a:rPr/>
              <a:t> — the minimum machine that scores — before adding stretch features.</a:t>
            </a:r>
          </a:p>
          <a:p>
            <a:pPr lvl="0" indent="0" marL="0">
              <a:buNone/>
            </a:pPr>
            <a:r>
              <a:rPr/>
              <a:t>Same discipline. Bigger build.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what an MVP is and why developers start there</a:t>
            </a:r>
          </a:p>
          <a:p>
            <a:pPr lvl="0"/>
            <a:r>
              <a:rPr/>
              <a:t>Conducted user research and wrote a problem statement from it</a:t>
            </a:r>
          </a:p>
          <a:p>
            <a:pPr lvl="0"/>
            <a:r>
              <a:rPr/>
              <a:t>Designed a user flow and wireframes where every screen serves the user</a:t>
            </a:r>
          </a:p>
          <a:p>
            <a:pPr lvl="0"/>
            <a:r>
              <a:rPr/>
              <a:t>Ran a click test, iterated, and pitched the app’s purpose and next steps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up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appinventor.mit.edu</a:t>
            </a:r>
            <a:r>
              <a:rPr/>
              <a:t> — free, and it builds real running apps</a:t>
            </a:r>
          </a:p>
          <a:p>
            <a:pPr lvl="0"/>
            <a:r>
              <a:rPr/>
              <a:t>Take your problem statement to the </a:t>
            </a:r>
            <a:r>
              <a:rPr b="1"/>
              <a:t>actual person</a:t>
            </a:r>
            <a:r>
              <a:rPr/>
              <a:t> and ask if you got it right</a:t>
            </a:r>
          </a:p>
          <a:p>
            <a:pPr lvl="0"/>
            <a:r>
              <a:rPr/>
              <a:t>Run the accessibility pass on an app you already use — what would you fix?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2026-08-11T04:43:54Z</dcterms:created>
  <dcterms:modified xsi:type="dcterms:W3CDTF">2026-08-11T04:43:54Z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