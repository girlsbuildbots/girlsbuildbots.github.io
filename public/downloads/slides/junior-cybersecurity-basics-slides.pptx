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Cybersecurity Basics 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Junior Cybersecurity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does information actually travel? 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Today’s layer is the </a:t>
            </a:r>
            <a:r>
              <a:rPr b="1"/>
              <a:t>how-it-works</a:t>
            </a:r>
            <a:r>
              <a:rPr/>
              <a:t> layer:</a:t>
            </a:r>
          </a:p>
          <a:p>
            <a:pPr lvl="0"/>
            <a:r>
              <a:rPr/>
              <a:t>Networks 🕸️</a:t>
            </a:r>
          </a:p>
          <a:p>
            <a:pPr lvl="0"/>
            <a:r>
              <a:rPr/>
              <a:t>Messages hopping between computers 💬</a:t>
            </a:r>
          </a:p>
          <a:p>
            <a:pPr lvl="0"/>
            <a:r>
              <a:rPr/>
              <a:t>Why data is </a:t>
            </a:r>
            <a:r>
              <a:rPr b="1"/>
              <a:t>valuable</a:t>
            </a:r>
            <a:r>
              <a:rPr/>
              <a:t> 💎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Human Internet 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We’re building a network — out of you.</a:t>
            </a:r>
          </a:p>
          <a:p>
            <a:pPr lvl="0" indent="-342900" marL="342900">
              <a:buAutoNum type="arabicPeriod"/>
            </a:pPr>
            <a:r>
              <a:rPr b="1"/>
              <a:t>Senders</a:t>
            </a:r>
            <a:r>
              <a:rPr/>
              <a:t> write a short message on a card</a:t>
            </a:r>
          </a:p>
          <a:p>
            <a:pPr lvl="0" indent="-342900" marL="342900">
              <a:buAutoNum type="arabicPeriod"/>
            </a:pPr>
            <a:r>
              <a:rPr/>
              <a:t>Seal it in an envelope, addressed across the room</a:t>
            </a:r>
          </a:p>
          <a:p>
            <a:pPr lvl="0" indent="-342900" marL="342900">
              <a:buAutoNum type="arabicPeriod"/>
            </a:pPr>
            <a:r>
              <a:rPr/>
              <a:t>It travels </a:t>
            </a:r>
            <a:r>
              <a:rPr b="1"/>
              <a:t>hand to hand through “routers”</a:t>
            </a:r>
            <a:r>
              <a:rPr/>
              <a:t> to get there</a:t>
            </a:r>
          </a:p>
          <a:p>
            <a:pPr lvl="0" indent="0" marL="0">
              <a:buNone/>
            </a:pPr>
            <a:r>
              <a:rPr i="1"/>
              <a:t>Routers = the Scouts in the middle.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 2: the snoop 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router is a </a:t>
            </a:r>
            <a:r>
              <a:rPr b="1"/>
              <a:t>snoop</a:t>
            </a:r>
            <a:r>
              <a:rPr/>
              <a:t>. Unsealed cards get peeked at.</a:t>
            </a:r>
          </a:p>
          <a:p>
            <a:pPr lvl="0" indent="0" marL="0">
              <a:buNone/>
            </a:pPr>
            <a:r>
              <a:rPr b="1"/>
              <a:t>Debrief:</a:t>
            </a:r>
            <a:r>
              <a:rPr/>
              <a:t> on the internet, messages hop through many computers. Anyone in the path could look.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Which is why some messages need protecting.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Secret Codes 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solution to the snoop: write your message in a </a:t>
            </a:r>
            <a:r>
              <a:rPr b="1"/>
              <a:t>cipher</a:t>
            </a:r>
            <a:r>
              <a:rPr/>
              <a:t> before you send it.</a:t>
            </a:r>
          </a:p>
          <a:p>
            <a:pPr lvl="0" indent="-342900" marL="342900">
              <a:buAutoNum type="arabicPeriod"/>
            </a:pPr>
            <a:r>
              <a:rPr/>
              <a:t>Encode with the substitution sheet</a:t>
            </a:r>
          </a:p>
          <a:p>
            <a:pPr lvl="0" indent="-342900" marL="342900">
              <a:buAutoNum type="arabicPeriod"/>
            </a:pPr>
            <a:r>
              <a:rPr/>
              <a:t>Send it</a:t>
            </a:r>
          </a:p>
          <a:p>
            <a:pPr lvl="0" indent="-342900" marL="342900">
              <a:buAutoNum type="arabicPeriod"/>
            </a:pPr>
            <a:r>
              <a:rPr/>
              <a:t>Your partner decodes it</a:t>
            </a:r>
          </a:p>
          <a:p>
            <a:pPr lvl="0" indent="0" marL="0">
              <a:buNone/>
            </a:pPr>
            <a:r>
              <a:rPr b="1"/>
              <a:t>The snoop gets a coded card — and can’t read it.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That’s encryption 🛡️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cipher is the core idea of </a:t>
            </a:r>
            <a:r>
              <a:rPr b="1"/>
              <a:t>encryption</a:t>
            </a:r>
            <a:r>
              <a:rPr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Encryption is the internet’s envelope.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What’s your data worth? 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Sort the cards. Which would a stranger want most — and why?</a:t>
            </a:r>
          </a:p>
          <a:p>
            <a:pPr lvl="0" indent="0" marL="0">
              <a:buNone/>
            </a:pPr>
            <a:r>
              <a:rPr b="1"/>
              <a:t>password</a:t>
            </a:r>
            <a:r>
              <a:rPr/>
              <a:t> &gt; </a:t>
            </a:r>
            <a:r>
              <a:rPr b="1"/>
              <a:t>address</a:t>
            </a:r>
            <a:r>
              <a:rPr/>
              <a:t> &gt; </a:t>
            </a:r>
            <a:r>
              <a:rPr b="1"/>
              <a:t>school</a:t>
            </a:r>
            <a:r>
              <a:rPr/>
              <a:t> &gt; </a:t>
            </a:r>
            <a:r>
              <a:rPr b="1"/>
              <a:t>favorite song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digital footprint 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trail of information you leave online </a:t>
            </a:r>
            <a:r>
              <a:rPr b="1"/>
              <a:t>adds up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Here’s the honest version: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Data is valuable, so people try to collect it.</a:t>
            </a:r>
          </a:p>
          <a:p>
            <a:pPr lvl="0" indent="0" marL="0">
              <a:buNone/>
            </a:pPr>
            <a:r>
              <a:rPr/>
              <a:t>That’s exactly why we </a:t>
            </a:r>
            <a:r>
              <a:rPr b="1"/>
              <a:t>choose</a:t>
            </a:r>
            <a:r>
              <a:rPr/>
              <a:t> what to share.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Interland round 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Play a realm that reinforces </a:t>
            </a:r>
            <a:r>
              <a:rPr b="1"/>
              <a:t>share with care</a:t>
            </a:r>
            <a:r>
              <a:rPr/>
              <a:t>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 moment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robot and its </a:t>
            </a:r>
            <a:r>
              <a:rPr b="1"/>
              <a:t>driver station</a:t>
            </a:r>
            <a:r>
              <a:rPr/>
              <a:t> talk over a network during matches.</a:t>
            </a:r>
          </a:p>
          <a:p>
            <a:pPr lvl="0" indent="0" marL="0">
              <a:buNone/>
            </a:pPr>
            <a:r>
              <a:rPr/>
              <a:t>The field’s network is locked down so </a:t>
            </a:r>
            <a:r>
              <a:rPr b="1"/>
              <a:t>no one else</a:t>
            </a:r>
            <a:r>
              <a:rPr/>
              <a:t> can send our robot commands.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Closing circle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Name: 1. One thing you learned about </a:t>
            </a:r>
            <a:r>
              <a:rPr b="1"/>
              <a:t>how information travels</a:t>
            </a:r>
            <a:r>
              <a:rPr/>
              <a:t> 2. One piece of data </a:t>
            </a:r>
            <a:r>
              <a:rPr b="1"/>
              <a:t>you’ll guard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accomplished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Explained how a message travels through a network of computers</a:t>
            </a:r>
          </a:p>
          <a:p>
            <a:pPr lvl="0"/>
            <a:r>
              <a:rPr/>
              <a:t>Explained why some information needs protecting on the way</a:t>
            </a:r>
          </a:p>
          <a:p>
            <a:pPr lvl="0"/>
            <a:r>
              <a:rPr/>
              <a:t>Encoded and decoded a message with a cipher</a:t>
            </a:r>
          </a:p>
          <a:p>
            <a:pPr lvl="0"/>
            <a:r>
              <a:rPr/>
              <a:t>Ranked personal data by value — and defended your reasoning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going at home! 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beinternetawesome.withgoogle.com</a:t>
            </a:r>
            <a:r>
              <a:rPr/>
              <a:t> — Interland (free)</a:t>
            </a:r>
          </a:p>
          <a:p>
            <a:pPr lvl="0"/>
            <a:r>
              <a:rPr b="1"/>
              <a:t>cyber.org</a:t>
            </a:r>
            <a:r>
              <a:rPr/>
              <a:t> — free cybersecurity lessons</a:t>
            </a:r>
          </a:p>
          <a:p>
            <a:pPr lvl="0"/>
            <a:r>
              <a:rPr/>
              <a:t>Ask your troop leader about the next Cybersecurity badge!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📣 Share Your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Troop leaders &amp; robotics teams</a:t>
            </a:r>
            <a:r>
              <a:rPr/>
              <a:t> — if you used this curriculum, please:</a:t>
            </a:r>
          </a:p>
          <a:p>
            <a:pPr lvl="0" indent="-342900" marL="342900">
              <a:buAutoNum type="arabicPeriod"/>
            </a:pPr>
            <a:r>
              <a:rPr b="1"/>
              <a:t>Credit us</a:t>
            </a:r>
            <a:r>
              <a:rPr/>
              <a:t> — the curriculum comes from </a:t>
            </a:r>
            <a:r>
              <a:rPr b="1"/>
              <a:t>Girls Build Bots</a:t>
            </a:r>
          </a:p>
          <a:p>
            <a:pPr lvl="0" indent="-342900" marL="342900">
              <a:buAutoNum type="arabicPeriod"/>
            </a:pPr>
            <a:r>
              <a:rPr b="1"/>
              <a:t>Tag us</a:t>
            </a:r>
            <a:r>
              <a:rPr/>
              <a:t> — </a:t>
            </a:r>
            <a:r>
              <a:rPr b="1"/>
              <a:t>@girlsbuildbots</a:t>
            </a:r>
            <a:r>
              <a:rPr/>
              <a:t> on Instagram</a:t>
            </a:r>
          </a:p>
          <a:p>
            <a:pPr lvl="0" indent="-342900" marL="342900">
              <a:buAutoNum type="arabicPeriod"/>
            </a:pPr>
            <a:r>
              <a:rPr b="1"/>
              <a:t>Report your results</a:t>
            </a:r>
            <a:r>
              <a:rPr/>
              <a:t> — email </a:t>
            </a:r>
            <a:r>
              <a:rPr b="1"/>
              <a:t>girlsbuildbots@gmail.com</a:t>
            </a:r>
            <a:r>
              <a:rPr/>
              <a:t> with how many girls took part, how many badges were earned, and how it went</a:t>
            </a:r>
          </a:p>
          <a:p>
            <a:pPr lvl="0" indent="0" marL="0">
              <a:buNone/>
            </a:pPr>
            <a:r>
              <a:rPr/>
              <a:t>This is how the program grows — and how the next troop and team get better materials.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2026-08-11T04:44:00Z</dcterms:created>
  <dcterms:modified xsi:type="dcterms:W3CDTF">2026-08-11T04:44:00Z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