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STEM Career Exploration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STEM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exploration gets practical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You’re close enough to high school that the real questions are:</a:t>
            </a:r>
          </a:p>
          <a:p>
            <a:pPr lvl="0"/>
            <a:r>
              <a:rPr/>
              <a:t>What do STEM jobs </a:t>
            </a:r>
            <a:r>
              <a:rPr b="1"/>
              <a:t>actually involve</a:t>
            </a:r>
            <a:r>
              <a:rPr/>
              <a:t>, day to day?</a:t>
            </a:r>
          </a:p>
          <a:p>
            <a:pPr lvl="0"/>
            <a:r>
              <a:rPr/>
              <a:t>What’s the </a:t>
            </a:r>
            <a:r>
              <a:rPr b="1"/>
              <a:t>pathway</a:t>
            </a:r>
            <a:r>
              <a:rPr/>
              <a:t> — classes, clubs, degrees?</a:t>
            </a:r>
          </a:p>
          <a:p>
            <a:pPr lvl="0"/>
            <a:r>
              <a:rPr/>
              <a:t>What can you do </a:t>
            </a:r>
            <a:r>
              <a:rPr b="1"/>
              <a:t>this year</a:t>
            </a:r>
            <a:r>
              <a:rPr/>
              <a:t> that counts?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honest answer: we’re on that pathway right now. Here’s what it looks like.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Myth vs. Day-in-the-Life 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your career card. Report the </a:t>
            </a:r>
            <a:r>
              <a:rPr b="1"/>
              <a:t>surprise</a:t>
            </a:r>
            <a:r>
              <a:rPr/>
              <a:t>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does this job actually involve — vs. the TV version?</a:t>
            </a:r>
          </a:p>
          <a:p>
            <a:pPr lvl="0"/>
            <a:r>
              <a:rPr/>
              <a:t>Software engineers spend more time </a:t>
            </a:r>
            <a:r>
              <a:rPr b="1"/>
              <a:t>reading</a:t>
            </a:r>
            <a:r>
              <a:rPr/>
              <a:t> code than writing it</a:t>
            </a:r>
          </a:p>
          <a:p>
            <a:pPr lvl="0"/>
            <a:r>
              <a:rPr/>
              <a:t>Scientists spend a </a:t>
            </a:r>
            <a:r>
              <a:rPr i="1"/>
              <a:t>lot</a:t>
            </a:r>
            <a:r>
              <a:rPr/>
              <a:t> of time </a:t>
            </a:r>
            <a:r>
              <a:rPr b="1"/>
              <a:t>writing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the Tuesdays, not the highlight reel 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career looks good in a montage.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Choosing one means knowing what its ordinary Tuesday feels like.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Panel — Cadette Edition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minutes each, with the practical layer:</a:t>
            </a:r>
          </a:p>
          <a:p>
            <a:pPr lvl="0"/>
            <a:r>
              <a:rPr/>
              <a:t>What </a:t>
            </a:r>
            <a:r>
              <a:rPr b="1"/>
              <a:t>classes</a:t>
            </a:r>
            <a:r>
              <a:rPr/>
              <a:t> we chose, and why</a:t>
            </a:r>
          </a:p>
          <a:p>
            <a:pPr lvl="0"/>
            <a:r>
              <a:rPr/>
              <a:t>How we </a:t>
            </a:r>
            <a:r>
              <a:rPr b="1"/>
              <a:t>joined</a:t>
            </a:r>
            <a:r>
              <a:rPr/>
              <a:t> the team</a:t>
            </a:r>
          </a:p>
          <a:p>
            <a:pPr lvl="0"/>
            <a:r>
              <a:rPr/>
              <a:t>What we’re aiming for </a:t>
            </a:r>
            <a:r>
              <a:rPr b="1"/>
              <a:t>after high school</a:t>
            </a:r>
          </a:p>
          <a:p>
            <a:pPr lvl="0"/>
            <a:r>
              <a:rPr/>
              <a:t>One </a:t>
            </a:r>
            <a:r>
              <a:rPr b="1"/>
              <a:t>honest struggle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Then ask us hard questions. You will — we’re ready.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Informational Interviews 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badge’s core skill, done for real.</a:t>
            </a:r>
          </a:p>
          <a:p>
            <a:pPr lvl="0" indent="0" marL="0">
              <a:buNone/>
            </a:pPr>
            <a:r>
              <a:rPr/>
              <a:t>In pairs, </a:t>
            </a:r>
            <a:r>
              <a:rPr b="1"/>
              <a:t>8 minutes</a:t>
            </a:r>
            <a:r>
              <a:rPr/>
              <a:t> with a team member:</a:t>
            </a:r>
          </a:p>
          <a:p>
            <a:pPr lvl="0" indent="-342900" marL="342900">
              <a:buAutoNum type="arabicPeriod"/>
            </a:pPr>
            <a:r>
              <a:rPr/>
              <a:t>What does your role involve?</a:t>
            </a:r>
          </a:p>
          <a:p>
            <a:pPr lvl="0" indent="-342900" marL="342900">
              <a:buAutoNum type="arabicPeriod"/>
            </a:pPr>
            <a:r>
              <a:rPr/>
              <a:t>What surprised you?</a:t>
            </a:r>
          </a:p>
          <a:p>
            <a:pPr lvl="0" indent="-342900" marL="342900">
              <a:buAutoNum type="arabicPeriod"/>
            </a:pPr>
            <a:r>
              <a:rPr/>
              <a:t>What would you tell someone my age?</a:t>
            </a:r>
          </a:p>
          <a:p>
            <a:pPr lvl="0" indent="-342900" marL="342900">
              <a:buAutoNum type="arabicPeriod"/>
            </a:pPr>
            <a:r>
              <a:rPr/>
              <a:t>What’s the next step on your path?</a:t>
            </a:r>
          </a:p>
          <a:p>
            <a:pPr lvl="0" indent="0" marL="0">
              <a:buNone/>
            </a:pPr>
            <a:r>
              <a:rPr b="1"/>
              <a:t>Take notes. Then rotate.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skill matters 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Interviewing a person about their path is a career skill you’ll use </a:t>
            </a:r>
            <a:r>
              <a:rPr b="1"/>
              <a:t>for decades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Not a workshop exercise. The actual thing.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Pathway Map 🗺️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career interest
        ↓
   NOW — a club, a free course, FLL/FTC, a science fair
        ↓
   HIGH SCHOOL — classes, teams
        ↓
   AFTER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a draft, not a contract ✍️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Paths change.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panel you just heard is the proof.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Commit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Share: 1. Your </a:t>
            </a:r>
            <a:r>
              <a:rPr b="1"/>
              <a:t>now-step</a:t>
            </a:r>
            <a:r>
              <a:rPr/>
              <a:t> 2. </a:t>
            </a:r>
            <a:r>
              <a:rPr b="1"/>
              <a:t>When</a:t>
            </a:r>
            <a:r>
              <a:rPr/>
              <a:t> you’ll take it</a:t>
            </a:r>
          </a:p>
          <a:p>
            <a:pPr lvl="0" indent="0" marL="0">
              <a:buNone/>
            </a:pPr>
            <a:r>
              <a:rPr i="1"/>
              <a:t>“Someday” doesn’t count. “FLL signup by Friday” does.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the controls. Drive it.</a:t>
            </a:r>
          </a:p>
          <a:p>
            <a:pPr lvl="0" indent="0" marL="1270000">
              <a:buNone/>
            </a:pPr>
            <a:r>
              <a:rPr sz="2000" b="1"/>
              <a:t>Every person who built this started with a step exactly the size of the one on your map.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Described the realistic day-to-day of at least two STEM careers</a:t>
            </a:r>
          </a:p>
          <a:p>
            <a:pPr lvl="0"/>
            <a:r>
              <a:rPr/>
              <a:t>Conducted an informational interview and recorded what you learned</a:t>
            </a:r>
          </a:p>
          <a:p>
            <a:pPr lvl="0"/>
            <a:r>
              <a:rPr/>
              <a:t>Mapped a pathway from a career interest back to actions you can take now</a:t>
            </a:r>
          </a:p>
          <a:p>
            <a:pPr lvl="0"/>
            <a:r>
              <a:rPr/>
              <a:t>Committed to one concrete next step with a timeframe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Take your now-step </a:t>
            </a:r>
            <a:r>
              <a:rPr b="1"/>
              <a:t>on the date you named</a:t>
            </a:r>
          </a:p>
          <a:p>
            <a:pPr lvl="0"/>
            <a:r>
              <a:rPr/>
              <a:t>Run one more informational interview — anyone, any field</a:t>
            </a:r>
          </a:p>
          <a:p>
            <a:pPr lvl="0"/>
            <a:r>
              <a:rPr/>
              <a:t>Keep the pathway map. Revise it when it changes. It will.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2026-08-11T04:43:57Z</dcterms:created>
  <dcterms:modified xsi:type="dcterms:W3CDTF">2026-08-11T04:43:57Z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