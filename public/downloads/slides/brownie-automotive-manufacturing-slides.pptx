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Automotive Manufacturing 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Automotive Engineering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car… or a HUNDRED? 🚗🚗🚗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designed a car. You engineered a car.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Now: how do you make hundreds — the same, fast, and well made?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Assembly Line 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Instead of </a:t>
            </a:r>
            <a:r>
              <a:rPr b="1"/>
              <a:t>one person building a whole car</a:t>
            </a:r>
            <a:r>
              <a:rPr/>
              <a:t>…</a:t>
            </a:r>
          </a:p>
          <a:p>
            <a:pPr lvl="0" indent="0" marL="0">
              <a:buNone/>
            </a:pPr>
            <a:r>
              <a:rPr/>
              <a:t>Each person does </a:t>
            </a:r>
            <a:r>
              <a:rPr b="1"/>
              <a:t>one job</a:t>
            </a:r>
            <a:r>
              <a:rPr/>
              <a:t> as the car moves past.</a:t>
            </a:r>
          </a:p>
          <a:p>
            <a:pPr lvl="0" indent="0" marL="0">
              <a:buNone/>
            </a:pPr>
            <a:r>
              <a:rPr b="1"/>
              <a:t>Henry Ford</a:t>
            </a:r>
            <a:r>
              <a:rPr/>
              <a:t> made this famous.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 1: Everyone Solo 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one complete paper car </a:t>
            </a:r>
            <a:r>
              <a:rPr b="1"/>
              <a:t>all by yourself</a:t>
            </a:r>
            <a:r>
              <a:rPr/>
              <a:t>. Every single step.</a:t>
            </a:r>
          </a:p>
          <a:p>
            <a:pPr lvl="0" indent="0" marL="0">
              <a:buNone/>
            </a:pPr>
            <a:r>
              <a:rPr/>
              <a:t>⏱️ We’re timing you!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did you notice?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Was it </a:t>
            </a:r>
            <a:r>
              <a:rPr b="1"/>
              <a:t>slow</a:t>
            </a:r>
            <a:r>
              <a:rPr/>
              <a:t>? 🐢</a:t>
            </a:r>
          </a:p>
          <a:p>
            <a:pPr lvl="0"/>
            <a:r>
              <a:rPr/>
              <a:t>Did everyone’s car come out a little </a:t>
            </a:r>
            <a:r>
              <a:rPr b="1"/>
              <a:t>different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Now let’s try it the factory way…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 2: Build the LINE! 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Scout takes ONE station:</a:t>
            </a:r>
          </a:p>
          <a:p>
            <a:pPr lvl="0" indent="-342900" marL="342900">
              <a:buAutoNum type="arabicPeriod"/>
            </a:pPr>
            <a:r>
              <a:rPr b="1"/>
              <a:t>Fold</a:t>
            </a:r>
            <a:r>
              <a:rPr/>
              <a:t> 📄</a:t>
            </a:r>
          </a:p>
          <a:p>
            <a:pPr lvl="0" indent="-342900" marL="342900">
              <a:buAutoNum type="arabicPeriod"/>
            </a:pPr>
            <a:r>
              <a:rPr b="1"/>
              <a:t>Wheels</a:t>
            </a:r>
            <a:r>
              <a:rPr/>
              <a:t> 🛞</a:t>
            </a:r>
          </a:p>
          <a:p>
            <a:pPr lvl="0" indent="-342900" marL="342900">
              <a:buAutoNum type="arabicPeriod"/>
            </a:pPr>
            <a:r>
              <a:rPr b="1"/>
              <a:t>Windows</a:t>
            </a:r>
            <a:r>
              <a:rPr/>
              <a:t> 🪟</a:t>
            </a:r>
          </a:p>
          <a:p>
            <a:pPr lvl="0" indent="-342900" marL="342900">
              <a:buAutoNum type="arabicPeriod"/>
            </a:pPr>
            <a:r>
              <a:rPr b="1"/>
              <a:t>Decorate</a:t>
            </a:r>
            <a:r>
              <a:rPr/>
              <a:t> 🎨</a:t>
            </a:r>
          </a:p>
          <a:p>
            <a:pPr lvl="0" indent="-342900" marL="342900">
              <a:buAutoNum type="arabicPeriod"/>
            </a:pPr>
            <a:r>
              <a:rPr b="1"/>
              <a:t>Inspect</a:t>
            </a:r>
            <a:r>
              <a:rPr/>
              <a:t> 🔍</a:t>
            </a:r>
          </a:p>
          <a:p>
            <a:pPr lvl="0" indent="0" marL="0">
              <a:buNone/>
            </a:pPr>
            <a:r>
              <a:rPr/>
              <a:t>The cars move down the line. You do only your job — over and over!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Quality Inspector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Scout has the </a:t>
            </a:r>
            <a:r>
              <a:rPr b="1"/>
              <a:t>checklist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Any car missing a part? </a:t>
            </a:r>
            <a:r>
              <a:rPr b="1"/>
              <a:t>Send it back!</a:t>
            </a:r>
          </a:p>
          <a:p>
            <a:pPr lvl="0" indent="0" marL="0">
              <a:buNone/>
            </a:pPr>
            <a:r>
              <a:rPr b="1"/>
              <a:t>Quality matters as much as speed.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Compare the rounds ⏱️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Was the line </a:t>
            </a:r>
            <a:r>
              <a:rPr b="1"/>
              <a:t>faster</a:t>
            </a:r>
            <a:r>
              <a:rPr/>
              <a:t>?</a:t>
            </a:r>
          </a:p>
          <a:p>
            <a:pPr lvl="0"/>
            <a:r>
              <a:rPr/>
              <a:t>Were the cars more </a:t>
            </a:r>
            <a:r>
              <a:rPr b="1"/>
              <a:t>alike</a:t>
            </a:r>
            <a:r>
              <a:rPr/>
              <a:t>?</a:t>
            </a:r>
          </a:p>
          <a:p>
            <a:pPr lvl="0"/>
            <a:r>
              <a:rPr/>
              <a:t>What happened when one station got </a:t>
            </a:r>
            <a:r>
              <a:rPr b="1"/>
              <a:t>backed up</a:t>
            </a:r>
            <a:r>
              <a:rPr/>
              <a:t>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factory truth 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line made </a:t>
            </a:r>
            <a:r>
              <a:rPr b="1"/>
              <a:t>more cars, more alike, faster</a:t>
            </a:r>
            <a:r>
              <a:rPr/>
              <a:t>…</a:t>
            </a:r>
          </a:p>
          <a:p>
            <a:pPr lvl="0" indent="0" marL="0">
              <a:buNone/>
            </a:pPr>
            <a:r>
              <a:rPr/>
              <a:t>…but </a:t>
            </a:r>
            <a:r>
              <a:rPr b="1"/>
              <a:t>everyone had to work as a team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And </a:t>
            </a:r>
            <a:r>
              <a:rPr b="1"/>
              <a:t>one slow station slowed everybody down.</a:t>
            </a:r>
          </a:p>
          <a:p>
            <a:pPr lvl="0" indent="0" marL="0">
              <a:buNone/>
            </a:pPr>
            <a:r>
              <a:rPr/>
              <a:t>That’s real manufacturing!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team splits build season into roles and stations — </a:t>
            </a:r>
            <a:r>
              <a:rPr b="1"/>
              <a:t>programming, building, wiring</a:t>
            </a:r>
            <a:r>
              <a:rPr/>
              <a:t> — so lots of work happens at once.</a:t>
            </a:r>
          </a:p>
          <a:p>
            <a:pPr lvl="0" indent="0" marL="0">
              <a:buNone/>
            </a:pPr>
            <a:r>
              <a:rPr/>
              <a:t>Just like a factory line!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Explained what an assembly line is and why factories use one - ✅ Worked a station as part of a manufacturing team - ✅ Compared building solo vs. building on a line - ✅ Said why quality checking matters</a:t>
            </a:r>
          </a:p>
          <a:p>
            <a:pPr lvl="0" indent="0" marL="0">
              <a:buNone/>
            </a:pPr>
            <a:r>
              <a:rPr b="1"/>
              <a:t>Let’s count our cars — that’s the TEAM’s total!</a:t>
            </a:r>
            <a:r>
              <a:rPr/>
              <a:t> 🎊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an assembly line at home: card-making, sandwich-making, anything!</a:t>
            </a:r>
          </a:p>
          <a:p>
            <a:pPr lvl="0"/>
            <a:r>
              <a:rPr/>
              <a:t>Spot the “stations” next time you see people working together</a:t>
            </a:r>
          </a:p>
          <a:p>
            <a:pPr lvl="0"/>
            <a:r>
              <a:rPr/>
              <a:t>Ask your troop leader about your next STEM badge!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2026-08-11T04:43:50Z</dcterms:created>
  <dcterms:modified xsi:type="dcterms:W3CDTF">2026-08-11T04:43:50Z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