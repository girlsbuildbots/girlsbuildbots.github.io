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Automotive Engineering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Automotive Engineering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 make it MOVE 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designed a car. Now you’ll </a:t>
            </a:r>
            <a:r>
              <a:rPr b="1"/>
              <a:t>engineer</a:t>
            </a:r>
            <a:r>
              <a:rPr/>
              <a:t> one that really rolls — then make it </a:t>
            </a:r>
            <a:r>
              <a:rPr b="1"/>
              <a:t>better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car go? ⛰️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engine today. We use a </a:t>
            </a:r>
            <a:r>
              <a:rPr b="1"/>
              <a:t>ramp</a:t>
            </a:r>
            <a:r>
              <a:rPr/>
              <a:t> and </a:t>
            </a:r>
            <a:r>
              <a:rPr b="1"/>
              <a:t>gravity</a:t>
            </a:r>
            <a:r>
              <a:rPr/>
              <a:t>!</a:t>
            </a:r>
          </a:p>
          <a:p>
            <a:pPr lvl="0"/>
            <a:r>
              <a:rPr b="1"/>
              <a:t>Force</a:t>
            </a:r>
            <a:r>
              <a:rPr/>
              <a:t> = a push or a pull 💪</a:t>
            </a:r>
          </a:p>
          <a:p>
            <a:pPr lvl="0"/>
            <a:r>
              <a:rPr b="1"/>
              <a:t>Friction</a:t>
            </a:r>
            <a:r>
              <a:rPr/>
              <a:t> = grippy slows you down 🐌, slippery lets you roll 💨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 first! 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Will a heavier car or a lighter car roll farther?</a:t>
            </a:r>
          </a:p>
          <a:p>
            <a:pPr lvl="0" indent="0" marL="0">
              <a:buNone/>
            </a:pPr>
            <a:r>
              <a:rPr/>
              <a:t>Everybody guess!</a:t>
            </a:r>
          </a:p>
          <a:p>
            <a:pPr lvl="0" indent="0" marL="0">
              <a:buNone/>
            </a:pPr>
            <a:r>
              <a:rPr b="1"/>
              <a:t>Engineers always predict before they test.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your roller 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a cardboard car with: - </a:t>
            </a:r>
            <a:r>
              <a:rPr b="1"/>
              <a:t>Axles</a:t>
            </a:r>
            <a:r>
              <a:rPr/>
              <a:t> that go straight across - </a:t>
            </a:r>
            <a:r>
              <a:rPr b="1"/>
              <a:t>Wheels</a:t>
            </a:r>
            <a:r>
              <a:rPr/>
              <a:t> that spin freely</a:t>
            </a:r>
          </a:p>
          <a:p>
            <a:pPr lvl="0" indent="0" marL="0">
              <a:buNone/>
            </a:pPr>
            <a:r>
              <a:rPr b="1"/>
              <a:t>Goal:</a:t>
            </a:r>
            <a:r>
              <a:rPr/>
              <a:t> it rolls straight down the ramp.</a:t>
            </a:r>
          </a:p>
          <a:p>
            <a:pPr lvl="0" indent="0" marL="0">
              <a:buNone/>
            </a:pPr>
            <a:r>
              <a:rPr/>
              <a:t>Wobbly wheels? That’s a </a:t>
            </a:r>
            <a:r>
              <a:rPr b="1"/>
              <a:t>real engineering problem</a:t>
            </a:r>
            <a:r>
              <a:rPr/>
              <a:t> — let’s solve it together!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Test. Change. Test again. 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heart of engineering:</a:t>
            </a:r>
          </a:p>
          <a:p>
            <a:pPr lvl="0" indent="-342900" marL="342900">
              <a:buAutoNum type="arabicPeriod"/>
            </a:pPr>
            <a:r>
              <a:rPr/>
              <a:t>Roll your car down the ramp 🏁</a:t>
            </a:r>
          </a:p>
          <a:p>
            <a:pPr lvl="0" indent="-342900" marL="342900">
              <a:buAutoNum type="arabicPeriod"/>
            </a:pPr>
            <a:r>
              <a:rPr b="1"/>
              <a:t>Measure</a:t>
            </a:r>
            <a:r>
              <a:rPr/>
              <a:t> how far it went 📏</a:t>
            </a:r>
          </a:p>
          <a:p>
            <a:pPr lvl="0" indent="-342900" marL="342900">
              <a:buAutoNum type="arabicPeriod"/>
            </a:pPr>
            <a:r>
              <a:rPr/>
              <a:t>Write it down 📝</a:t>
            </a:r>
          </a:p>
          <a:p>
            <a:pPr lvl="0" indent="-342900" marL="342900">
              <a:buAutoNum type="arabicPeriod"/>
            </a:pPr>
            <a:r>
              <a:rPr/>
              <a:t>Change </a:t>
            </a:r>
            <a:r>
              <a:rPr b="1"/>
              <a:t>ONE</a:t>
            </a:r>
            <a:r>
              <a:rPr/>
              <a:t> thing</a:t>
            </a:r>
          </a:p>
          <a:p>
            <a:pPr lvl="0" indent="-342900" marL="342900">
              <a:buAutoNum type="arabicPeriod"/>
            </a:pPr>
            <a:r>
              <a:rPr/>
              <a:t>Test again — did it help?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rule: ONE thing at a time ☝️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Change </a:t>
            </a:r>
            <a:r>
              <a:rPr b="1"/>
              <a:t>only one thing</a:t>
            </a:r>
            <a:r>
              <a:rPr/>
              <a:t> between tests.</a:t>
            </a:r>
          </a:p>
          <a:p>
            <a:pPr lvl="0" indent="0" marL="0">
              <a:buNone/>
            </a:pPr>
            <a:r>
              <a:rPr/>
              <a:t>Change five things and you won’t know </a:t>
            </a:r>
            <a:r>
              <a:rPr b="1"/>
              <a:t>which one worked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That’s called a </a:t>
            </a:r>
            <a:r>
              <a:rPr b="1"/>
              <a:t>fair test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could you change?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weight ⚖️</a:t>
            </a:r>
          </a:p>
          <a:p>
            <a:pPr lvl="0"/>
            <a:r>
              <a:rPr/>
              <a:t>Swap the wheels 🛞</a:t>
            </a:r>
          </a:p>
          <a:p>
            <a:pPr lvl="0"/>
            <a:r>
              <a:rPr/>
              <a:t>Straighten the axle 📏</a:t>
            </a:r>
          </a:p>
          <a:p>
            <a:pPr lvl="0" indent="0" marL="0">
              <a:buNone/>
            </a:pPr>
            <a:r>
              <a:rPr/>
              <a:t>Pick ONE. Predict. Test. Record.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tests the robot over and over, changing </a:t>
            </a:r>
            <a:r>
              <a:rPr b="1"/>
              <a:t>one thing at a time</a:t>
            </a:r>
            <a:r>
              <a:rPr/>
              <a:t>, to make it work better.</a:t>
            </a:r>
          </a:p>
          <a:p>
            <a:pPr lvl="0" indent="0" marL="0">
              <a:buNone/>
            </a:pPr>
            <a:r>
              <a:rPr/>
              <a:t>Same fair-test habit as yours!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IMPROVEMENT wins 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“whose car is fastest.”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“Who made the biggest improvement?”</a:t>
            </a:r>
          </a:p>
          <a:p>
            <a:pPr lvl="0" indent="0" marL="0">
              <a:buNone/>
            </a:pPr>
            <a:r>
              <a:rPr/>
              <a:t>Share one change you made and what happened.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that a force like gravity makes a car move - ✅ Built a car with wheels that roll - ✅ Measured how your car did - ✅ Changed one thing, tested again, and knew if it improved</a:t>
            </a:r>
          </a:p>
          <a:p>
            <a:pPr lvl="0" indent="0" marL="0">
              <a:buNone/>
            </a:pPr>
            <a:r>
              <a:rPr b="1"/>
              <a:t>You are an engineer now!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Make a ramp from a book and test toy cars</a:t>
            </a:r>
          </a:p>
          <a:p>
            <a:pPr lvl="0"/>
            <a:r>
              <a:rPr/>
              <a:t>Try a fair test at home: change ONE thing and measure</a:t>
            </a:r>
          </a:p>
          <a:p>
            <a:pPr lvl="0"/>
            <a:r>
              <a:rPr/>
              <a:t>Ask your troop leader about the next Automotive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2026-08-11T04:43:50Z</dcterms:created>
  <dcterms:modified xsi:type="dcterms:W3CDTF">2026-08-11T04:43:50Z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