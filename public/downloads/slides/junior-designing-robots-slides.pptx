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Designing Robots 🛠️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Junior Robotics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Anatomy 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7239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Every robot has five part groups: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044700"/>
          <a:ext cx="82296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Like your…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Sensors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eyes &amp; ears 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detect the world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Controller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brain 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make decisions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Chassis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body 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hold it together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Motors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muscles 💪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 movement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Effectors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hands 🖐️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 the actual job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Anatomy Quiz Game!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Mentor names a robot — you name a part and its job!</a:t>
            </a:r>
          </a:p>
          <a:p>
            <a:pPr lvl="0"/>
            <a:r>
              <a:rPr/>
              <a:t>🚀 Mars rover → </a:t>
            </a:r>
            <a:r>
              <a:rPr i="1"/>
              <a:t>“Cameras! They’re sensors that see rocks!”</a:t>
            </a:r>
          </a:p>
          <a:p>
            <a:pPr lvl="0"/>
            <a:r>
              <a:rPr/>
              <a:t>🏠 Robot vacuum → ?</a:t>
            </a:r>
          </a:p>
          <a:p>
            <a:pPr lvl="0"/>
            <a:r>
              <a:rPr/>
              <a:t>🏭 Factory arm → ?</a:t>
            </a:r>
          </a:p>
          <a:p>
            <a:pPr lvl="0"/>
            <a:r>
              <a:rPr/>
              <a:t>🐕 Robot dog → 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Engineering Design Process 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real engineers work:</a:t>
            </a:r>
          </a:p>
          <a:p>
            <a:pPr lvl="0" indent="0" marL="0">
              <a:buNone/>
            </a:pPr>
            <a:r>
              <a:rPr b="1"/>
              <a:t>DEFINE</a:t>
            </a:r>
            <a:r>
              <a:rPr/>
              <a:t> the problem → </a:t>
            </a:r>
            <a:r>
              <a:rPr b="1"/>
              <a:t>BRAINSTORM</a:t>
            </a:r>
            <a:r>
              <a:rPr/>
              <a:t> ideas → </a:t>
            </a:r>
            <a:r>
              <a:rPr b="1"/>
              <a:t>PLAN</a:t>
            </a:r>
            <a:r>
              <a:rPr/>
              <a:t> your design → </a:t>
            </a:r>
            <a:r>
              <a:rPr b="1"/>
              <a:t>BUILD</a:t>
            </a:r>
            <a:r>
              <a:rPr/>
              <a:t> it → </a:t>
            </a:r>
            <a:r>
              <a:rPr b="1"/>
              <a:t>TEST</a:t>
            </a:r>
            <a:r>
              <a:rPr/>
              <a:t> it → </a:t>
            </a:r>
            <a:r>
              <a:rPr b="1"/>
              <a:t>IMPROVE</a:t>
            </a:r>
            <a:r>
              <a:rPr/>
              <a:t> it → </a:t>
            </a:r>
            <a:r>
              <a:rPr i="1"/>
              <a:t>(and loop back!)</a:t>
            </a:r>
          </a:p>
          <a:p>
            <a:pPr lvl="0" indent="0" marL="0">
              <a:buNone/>
            </a:pPr>
            <a:r>
              <a:rPr/>
              <a:t>You’ll use ALL these steps today.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Sprint: Robots That Help 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teams of 2–3, pick a mission: - 🛒 Help an elderly neighbor carry groceries - 🐈 Find a lost pet - 🌱 Water a garden automatically - 🗑️ Clean up a park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1–2: Define &amp; Plan (25 min) ✏️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 your planning sheet: 1. Who are you helping? What’s their problem exactly? 2. </a:t>
            </a:r>
            <a:r>
              <a:rPr b="1"/>
              <a:t>Sketch your robot</a:t>
            </a:r>
            <a:r>
              <a:rPr/>
              <a:t> and label: - Its sensors - Its brain - How it moves - Its tool 3. List your materials</a:t>
            </a:r>
          </a:p>
          <a:p>
            <a:pPr lvl="0" indent="0" marL="0">
              <a:buNone/>
            </a:pPr>
            <a:r>
              <a:rPr b="1"/>
              <a:t>Engineers plan BEFORE they build!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3: Build (30 min) 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your model! Rules: - Every labeled part must be represented (a bottle cap can be a camera!) - Everyone on the team builds - It doesn’t have to work — it has to </a:t>
            </a:r>
            <a:r>
              <a:rPr b="1"/>
              <a:t>show your design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4: Test &amp; Improve (15 min) 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mentor will visit as your </a:t>
            </a:r>
            <a:r>
              <a:rPr b="1"/>
              <a:t>skeptical customer</a:t>
            </a:r>
            <a:r>
              <a:rPr/>
              <a:t>:</a:t>
            </a:r>
          </a:p>
          <a:p>
            <a:pPr lvl="0" indent="0" marL="1270000">
              <a:buNone/>
            </a:pPr>
            <a:r>
              <a:rPr sz="2000" i="1"/>
              <a:t>“Hmm… what happens when it rains?”</a:t>
            </a:r>
            <a:r>
              <a:rPr sz="2000"/>
              <a:t> </a:t>
            </a:r>
            <a:r>
              <a:rPr sz="2000" i="1"/>
              <a:t>“How does it know where the garden ends?”</a:t>
            </a:r>
          </a:p>
          <a:p>
            <a:pPr lvl="0" indent="0" marL="0">
              <a:buNone/>
            </a:pPr>
            <a:r>
              <a:rPr/>
              <a:t>Answer their hard question, then make </a:t>
            </a:r>
            <a:r>
              <a:rPr b="1"/>
              <a:t>ONE improvement</a:t>
            </a:r>
            <a:r>
              <a:rPr/>
              <a:t> to your design.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Review Circle 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team: 90-second pitch! 1. The problem 2. The parts 3. The improvement you made</a:t>
            </a:r>
          </a:p>
          <a:p>
            <a:pPr lvl="0" indent="0" marL="0">
              <a:buNone/>
            </a:pPr>
            <a:r>
              <a:rPr/>
              <a:t>Audience gives </a:t>
            </a:r>
            <a:r>
              <a:rPr b="1"/>
              <a:t>Two Stars and a Wish</a:t>
            </a:r>
            <a:r>
              <a:rPr/>
              <a:t>: ⭐⭐ two things you liked + 🌠 one suggestion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did it!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 - ✅ Learned all five robot part groups - ✅ Used the full engineering design process - ✅ Built and improved a prototype - ✅ Gave and received engineering feedback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Tinkercad</a:t>
            </a:r>
            <a:r>
              <a:rPr/>
              <a:t> (tinkercad.com) — free 3D design tool</a:t>
            </a:r>
          </a:p>
          <a:p>
            <a:pPr lvl="0"/>
            <a:r>
              <a:rPr b="1"/>
              <a:t>NASA Space Place</a:t>
            </a:r>
            <a:r>
              <a:rPr/>
              <a:t> (spaceplace.nasa.gov) — space robots explained</a:t>
            </a:r>
          </a:p>
          <a:p>
            <a:pPr lvl="0"/>
            <a:r>
              <a:rPr/>
              <a:t>Instructables.com — kid-friendly build projects (with a grown-up)</a:t>
            </a:r>
          </a:p>
          <a:p>
            <a:pPr lvl="0"/>
            <a:r>
              <a:rPr/>
              <a:t>Next badge: </a:t>
            </a:r>
            <a:r>
              <a:rPr b="1"/>
              <a:t>Showcasing Robots</a:t>
            </a:r>
            <a:r>
              <a:rPr/>
              <a:t>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2026-08-11T04:44:05Z</dcterms:created>
  <dcterms:modified xsi:type="dcterms:W3CDTF">2026-08-11T04:44:05Z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