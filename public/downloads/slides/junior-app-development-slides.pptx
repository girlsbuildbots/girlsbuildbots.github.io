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 Development 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with a USER 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 developers never start with the code.</a:t>
            </a:r>
          </a:p>
          <a:p>
            <a:pPr lvl="0" indent="0" marL="0">
              <a:buNone/>
            </a:pPr>
            <a:r>
              <a:rPr/>
              <a:t>They start with </a:t>
            </a:r>
            <a:r>
              <a:rPr b="1"/>
              <a:t>a person and their problem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This is the purest “for good” badge in the series.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Reverse-engineer an app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an app you know. Ask the designer questions:</a:t>
            </a:r>
          </a:p>
          <a:p>
            <a:pPr lvl="0"/>
            <a:r>
              <a:rPr b="1"/>
              <a:t>Who is the user?</a:t>
            </a:r>
          </a:p>
          <a:p>
            <a:pPr lvl="0"/>
            <a:r>
              <a:rPr b="1"/>
              <a:t>What problem does it solve?</a:t>
            </a:r>
          </a:p>
          <a:p>
            <a:pPr lvl="0"/>
            <a:r>
              <a:rPr b="1"/>
              <a:t>What’s the very first thing you see — and why?</a:t>
            </a:r>
          </a:p>
          <a:p>
            <a:pPr lvl="0" indent="0" marL="0">
              <a:buNone/>
            </a:pPr>
            <a:r>
              <a:rPr/>
              <a:t>Big buttons for important actions. The main thing front and center.</a:t>
            </a:r>
          </a:p>
          <a:p>
            <a:pPr lvl="0" indent="0" marL="0">
              <a:buNone/>
            </a:pPr>
            <a:r>
              <a:rPr b="1"/>
              <a:t>Apps are designed, not accidental.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Interview your user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team draws a </a:t>
            </a:r>
            <a:r>
              <a:rPr b="1"/>
              <a:t>user card</a:t>
            </a:r>
            <a:r>
              <a:rPr/>
              <a:t>. A mentor plays that person.</a:t>
            </a:r>
          </a:p>
          <a:p>
            <a:pPr lvl="0" indent="0" marL="0">
              <a:buNone/>
            </a:pPr>
            <a:r>
              <a:rPr/>
              <a:t>Ask them: - “Walk me through your day.” - “When does the problem happen?” - “What have you tried?”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the problem statement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 i="1"/>
              <a:t>[User] needs a way to [goal] because [barrier].</a:t>
            </a:r>
          </a:p>
          <a:p>
            <a:pPr lvl="0" indent="0" marL="0">
              <a:buNone/>
            </a:pPr>
            <a:r>
              <a:rPr/>
              <a:t>Developers who skip this step </a:t>
            </a:r>
            <a:r>
              <a:rPr b="1"/>
              <a:t>build apps nobody needs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Wireframe the app ✏️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Paper prototype, 4–5 screens:</a:t>
            </a:r>
          </a:p>
          <a:p>
            <a:pPr lvl="0" indent="-342900" marL="342900">
              <a:buAutoNum type="arabicPeriod"/>
            </a:pPr>
            <a:r>
              <a:rPr b="1"/>
              <a:t>Welcome</a:t>
            </a:r>
            <a:r>
              <a:rPr/>
              <a:t> — name + what it does, </a:t>
            </a:r>
            <a:r>
              <a:rPr i="1"/>
              <a:t>in the user’s words</a:t>
            </a:r>
          </a:p>
          <a:p>
            <a:pPr lvl="0" indent="-342900" marL="342900">
              <a:buAutoNum type="arabicPeriod"/>
            </a:pPr>
            <a:r>
              <a:rPr b="1"/>
              <a:t>Main screen</a:t>
            </a:r>
            <a:r>
              <a:rPr/>
              <a:t> — the one button that solves the problem (make it BIG)</a:t>
            </a:r>
          </a:p>
          <a:p>
            <a:pPr lvl="0" indent="-342900" marL="342900">
              <a:buAutoNum type="arabicPeriod"/>
            </a:pPr>
            <a:r>
              <a:rPr b="1"/>
              <a:t>Payoff</a:t>
            </a:r>
            <a:r>
              <a:rPr/>
              <a:t> — what happens after the tap</a:t>
            </a:r>
          </a:p>
          <a:p>
            <a:pPr lvl="0" indent="-342900" marL="342900">
              <a:buAutoNum type="arabicPeriod"/>
            </a:pPr>
            <a:r>
              <a:rPr b="1"/>
              <a:t>Extra feature</a:t>
            </a:r>
            <a:r>
              <a:rPr/>
              <a:t> — </a:t>
            </a:r>
            <a:r>
              <a:rPr i="1"/>
              <a:t>only if the interview justifies it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developer’s question 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you design, we’ll keep asking: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“Which screen solves the problem statement?”</a:t>
            </a:r>
          </a:p>
          <a:p>
            <a:pPr lvl="0" indent="0" marL="0">
              <a:buNone/>
            </a:pPr>
            <a:r>
              <a:rPr/>
              <a:t>If a screen doesn’t serve the user, </a:t>
            </a:r>
            <a:r>
              <a:rPr b="1"/>
              <a:t>cut it</a:t>
            </a:r>
            <a:r>
              <a:rPr/>
              <a:t>. Real developers cut features constantly.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Click Test 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user comes back!</a:t>
            </a:r>
          </a:p>
          <a:p>
            <a:pPr lvl="0" indent="-342900" marL="342900">
              <a:buAutoNum type="arabicPeriod"/>
            </a:pPr>
            <a:r>
              <a:rPr/>
              <a:t>The user taps your paper buttons</a:t>
            </a:r>
          </a:p>
          <a:p>
            <a:pPr lvl="0" indent="-342900" marL="342900">
              <a:buAutoNum type="arabicPeriod"/>
            </a:pPr>
            <a:r>
              <a:rPr/>
              <a:t>Your team swaps screens by hand</a:t>
            </a:r>
          </a:p>
          <a:p>
            <a:pPr lvl="0" indent="-342900" marL="342900">
              <a:buAutoNum type="arabicPeriod"/>
            </a:pPr>
            <a:r>
              <a:rPr b="1"/>
              <a:t>Does the user solve their problem in three taps or fewer?</a:t>
            </a:r>
          </a:p>
          <a:p>
            <a:pPr lvl="0" indent="0" marL="0">
              <a:buNone/>
            </a:pPr>
            <a:r>
              <a:rPr/>
              <a:t>Then make one fix based on what confused them.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designs the </a:t>
            </a:r>
            <a:r>
              <a:rPr b="1"/>
              <a:t>driver dashboard</a:t>
            </a:r>
            <a:r>
              <a:rPr/>
              <a:t> the same way.</a:t>
            </a:r>
          </a:p>
          <a:p>
            <a:pPr lvl="0" indent="0" marL="0">
              <a:buNone/>
            </a:pPr>
            <a:r>
              <a:rPr/>
              <a:t>The driver is the user. The interface shows exactly what matters mid-match — </a:t>
            </a:r>
            <a:r>
              <a:rPr b="1"/>
              <a:t>nothing more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 your app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sentence: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“</a:t>
            </a:r>
            <a:r>
              <a:rPr b="1" i="1"/>
              <a:t>[App name]</a:t>
            </a:r>
            <a:r>
              <a:rPr b="1"/>
              <a:t> helps </a:t>
            </a:r>
            <a:r>
              <a:rPr b="1" i="1"/>
              <a:t>[user]</a:t>
            </a:r>
            <a:r>
              <a:rPr b="1"/>
              <a:t> to </a:t>
            </a:r>
            <a:r>
              <a:rPr b="1" i="1"/>
              <a:t>[solve problem]</a:t>
            </a:r>
            <a:r>
              <a:rPr b="1"/>
              <a:t>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Identified a real app’s user and the problem it solves</a:t>
            </a:r>
          </a:p>
          <a:p>
            <a:pPr lvl="0"/>
            <a:r>
              <a:rPr/>
              <a:t>Interviewed a user and wrote a problem statement</a:t>
            </a:r>
          </a:p>
          <a:p>
            <a:pPr lvl="0"/>
            <a:r>
              <a:rPr/>
              <a:t>Designed a wireframe where every screen serves the user</a:t>
            </a:r>
          </a:p>
          <a:p>
            <a:pPr lvl="0"/>
            <a:r>
              <a:rPr/>
              <a:t>Ran a click test and improved from real feedback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Interview someone in your family about a problem in their day</a:t>
            </a:r>
          </a:p>
          <a:p>
            <a:pPr lvl="0"/>
            <a:r>
              <a:rPr/>
              <a:t>Wireframe the fix on paper — three taps or fewer</a:t>
            </a:r>
          </a:p>
          <a:p>
            <a:pPr lvl="0"/>
            <a:r>
              <a:rPr/>
              <a:t>Ask your troop leader about the next Coding for Good badge!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2026-08-11T04:43:57Z</dcterms:created>
  <dcterms:modified xsi:type="dcterms:W3CDTF">2026-08-11T04:43:57Z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